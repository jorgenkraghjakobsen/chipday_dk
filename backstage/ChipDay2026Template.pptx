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A0F1E8-E15B-40A9-A81D-2680AE13BD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4035F8-918A-49F6-BBE0-73982F9FCF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02A9DB-F11B-48B0-91F3-6C597D82C0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C0CA4A-0D45-444B-A524-2876639283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C878B0-F647-456D-A936-7A22B48436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4EA5B3-5771-4D3B-939A-1AE4020F8A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7B9BDC-4537-4FF4-802C-32D4C91A90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C33178-40FE-4372-9881-45963BAD79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B20823-6791-4DEC-A3D3-7D502EAE3B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D8677B-E8E6-4F48-9BD5-29F96A6FDB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D6FA3-56A7-4CFA-8172-44E25CD204F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375AFB-67C9-46C1-B47C-9428BF84D0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Master title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da-DK" sz="12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da-D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da-DK" sz="1400" spc="-1" strike="noStrike">
                <a:latin typeface="Times New Roman"/>
              </a:rPr>
              <a:t>&lt;footer&gt;</a:t>
            </a:r>
            <a:endParaRPr b="0" lang="da-D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1B1A44-5E3D-46F2-8645-52D644F5703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da-DK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4" descr=""/>
          <p:cNvPicPr/>
          <p:nvPr/>
        </p:nvPicPr>
        <p:blipFill>
          <a:blip r:embed="rId1"/>
          <a:srcRect l="2738" t="0" r="2738" b="0"/>
          <a:stretch/>
        </p:blipFill>
        <p:spPr>
          <a:xfrm>
            <a:off x="5261040" y="593640"/>
            <a:ext cx="6597360" cy="521928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40800" y="1231920"/>
            <a:ext cx="5107680" cy="51418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Chip Day 2026</a:t>
            </a:r>
            <a:br>
              <a:rPr sz="4400"/>
            </a:b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Template</a:t>
            </a:r>
            <a:br>
              <a:rPr sz="4400"/>
            </a:br>
            <a:br>
              <a:rPr sz="4400"/>
            </a:br>
            <a:r>
              <a:rPr b="1" lang="en-US" sz="3200" spc="-1" strike="noStrike">
                <a:solidFill>
                  <a:srgbClr val="000000"/>
                </a:solidFill>
                <a:latin typeface="Calibri Light"/>
              </a:rPr>
              <a:t>&lt;presenter ID&gt;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9651960" y="5727960"/>
            <a:ext cx="1530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DTU Chip Day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April 14</a:t>
            </a:r>
            <a:r>
              <a:rPr b="0" lang="en-US" sz="1800" spc="-1" strike="noStrike" baseline="30000">
                <a:solidFill>
                  <a:srgbClr val="000000"/>
                </a:solidFill>
                <a:latin typeface="Calibri"/>
              </a:rPr>
              <a:t>th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2026</a:t>
            </a:r>
            <a:endParaRPr b="0" lang="da-D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Agenda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…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4" name="Picture 3" descr=""/>
          <p:cNvPicPr/>
          <p:nvPr/>
        </p:nvPicPr>
        <p:blipFill>
          <a:blip r:embed="rId1"/>
          <a:srcRect l="87" t="0" r="87" b="0"/>
          <a:stretch/>
        </p:blipFill>
        <p:spPr>
          <a:xfrm>
            <a:off x="9724680" y="394200"/>
            <a:ext cx="1620000" cy="128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4" descr=""/>
          <p:cNvPicPr/>
          <p:nvPr/>
        </p:nvPicPr>
        <p:blipFill>
          <a:blip r:embed="rId1"/>
          <a:srcRect l="2738" t="0" r="2738" b="0"/>
          <a:stretch/>
        </p:blipFill>
        <p:spPr>
          <a:xfrm>
            <a:off x="5261040" y="593640"/>
            <a:ext cx="6597360" cy="521928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33360" y="1131840"/>
            <a:ext cx="4022280" cy="3203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Q &amp; 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Metadata/LabelInfo.xml><?xml version="1.0" encoding="utf-8"?>
<clbl:labelList xmlns:clbl="http://schemas.microsoft.com/office/2020/mipLabelMetadata">
  <clbl:label id="{9bf8c7a8-e008-49a7-9e43-ab76976c4bf8}" enabled="0" method="" siteId="{9bf8c7a8-e008-49a7-9e43-ab76976c4b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2260</TotalTime>
  <Application>LibreOffice/7.3.7.2$Linux_X86_64 LibreOffice_project/30$Build-2</Application>
  <AppVersion>15.0000</AppVersion>
  <Words>23</Words>
  <Paragraphs>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2022-03-21T22:09:50Z</dcterms:created>
  <dc:creator>Martine Chegaray</dc:creator>
  <dc:description/>
  <dc:language>da-DK</dc:language>
  <cp:lastModifiedBy/>
  <dcterms:modified xsi:type="dcterms:W3CDTF">2026-03-06T16:35:21Z</dcterms:modified>
  <cp:revision>80</cp:revision>
  <dc:subject/>
  <dc:title>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