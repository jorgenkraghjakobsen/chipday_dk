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notesMasterIdLst>
    <p:notesMasterId r:id="rId9"/>
  </p:notesMasterIdLst>
  <p:sldIdLst>
    <p:sldId id="256" r:id="rId3"/>
    <p:sldId id="257" r:id="rId4"/>
    <p:sldId id="261" r:id="rId5"/>
    <p:sldId id="262" r:id="rId6"/>
    <p:sldId id="259" r:id="rId7"/>
    <p:sldId id="258" r:id="rId8"/>
  </p:sldIdLst>
  <p:sldSz cx="12192000" cy="6858000"/>
  <p:notesSz cx="7559675" cy="10691813"/>
  <p:defaultTex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01DC8D-3CCA-EE46-9B97-8526CDEA3642}" v="33" dt="2026-03-27T14:14:02.02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58"/>
  </p:normalViewPr>
  <p:slideViewPr>
    <p:cSldViewPr snapToGrid="0">
      <p:cViewPr varScale="1">
        <p:scale>
          <a:sx n="104" d="100"/>
          <a:sy n="104" d="100"/>
        </p:scale>
        <p:origin x="232" y="5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viewProps" Target="viewProps.xml"/><Relationship Id="rId5" Type="http://schemas.openxmlformats.org/officeDocument/2006/relationships/slide" Target="slides/slide3.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ian Dam Pedersen" userId="de766585-1318-47d7-b0b2-ac2ac765c39d" providerId="ADAL" clId="{83541743-0BFA-5E91-997D-5D4DA3A77660}"/>
    <pc:docChg chg="custSel modSld">
      <pc:chgData name="Brian Dam Pedersen" userId="de766585-1318-47d7-b0b2-ac2ac765c39d" providerId="ADAL" clId="{83541743-0BFA-5E91-997D-5D4DA3A77660}" dt="2026-03-27T14:17:29.012" v="514" actId="20577"/>
      <pc:docMkLst>
        <pc:docMk/>
      </pc:docMkLst>
      <pc:sldChg chg="modSp mod modNotesTx">
        <pc:chgData name="Brian Dam Pedersen" userId="de766585-1318-47d7-b0b2-ac2ac765c39d" providerId="ADAL" clId="{83541743-0BFA-5E91-997D-5D4DA3A77660}" dt="2026-03-27T14:03:26.887" v="177" actId="20577"/>
        <pc:sldMkLst>
          <pc:docMk/>
          <pc:sldMk cId="0" sldId="258"/>
        </pc:sldMkLst>
        <pc:spChg chg="mod">
          <ac:chgData name="Brian Dam Pedersen" userId="de766585-1318-47d7-b0b2-ac2ac765c39d" providerId="ADAL" clId="{83541743-0BFA-5E91-997D-5D4DA3A77660}" dt="2026-03-27T14:03:02.590" v="66" actId="20577"/>
          <ac:spMkLst>
            <pc:docMk/>
            <pc:sldMk cId="0" sldId="258"/>
            <ac:spMk id="86" creationId="{00000000-0000-0000-0000-000000000000}"/>
          </ac:spMkLst>
        </pc:spChg>
      </pc:sldChg>
      <pc:sldChg chg="modSp mod">
        <pc:chgData name="Brian Dam Pedersen" userId="de766585-1318-47d7-b0b2-ac2ac765c39d" providerId="ADAL" clId="{83541743-0BFA-5E91-997D-5D4DA3A77660}" dt="2026-03-27T14:13:29.888" v="243" actId="20577"/>
        <pc:sldMkLst>
          <pc:docMk/>
          <pc:sldMk cId="810011743" sldId="259"/>
        </pc:sldMkLst>
        <pc:spChg chg="mod">
          <ac:chgData name="Brian Dam Pedersen" userId="de766585-1318-47d7-b0b2-ac2ac765c39d" providerId="ADAL" clId="{83541743-0BFA-5E91-997D-5D4DA3A77660}" dt="2026-03-27T14:13:29.888" v="243" actId="20577"/>
          <ac:spMkLst>
            <pc:docMk/>
            <pc:sldMk cId="810011743" sldId="259"/>
            <ac:spMk id="83" creationId="{E0F4B619-DAA5-DDDB-1F4F-41E8D3050276}"/>
          </ac:spMkLst>
        </pc:spChg>
      </pc:sldChg>
      <pc:sldChg chg="modSp mod">
        <pc:chgData name="Brian Dam Pedersen" userId="de766585-1318-47d7-b0b2-ac2ac765c39d" providerId="ADAL" clId="{83541743-0BFA-5E91-997D-5D4DA3A77660}" dt="2026-03-27T14:02:26.514" v="19" actId="20577"/>
        <pc:sldMkLst>
          <pc:docMk/>
          <pc:sldMk cId="1876422853" sldId="261"/>
        </pc:sldMkLst>
        <pc:spChg chg="mod">
          <ac:chgData name="Brian Dam Pedersen" userId="de766585-1318-47d7-b0b2-ac2ac765c39d" providerId="ADAL" clId="{83541743-0BFA-5E91-997D-5D4DA3A77660}" dt="2026-03-27T14:02:26.514" v="19" actId="20577"/>
          <ac:spMkLst>
            <pc:docMk/>
            <pc:sldMk cId="1876422853" sldId="261"/>
            <ac:spMk id="82" creationId="{FEB7534B-7E2C-906F-D20B-E67AD418D157}"/>
          </ac:spMkLst>
        </pc:spChg>
      </pc:sldChg>
      <pc:sldChg chg="addSp delSp modSp mod modNotesTx">
        <pc:chgData name="Brian Dam Pedersen" userId="de766585-1318-47d7-b0b2-ac2ac765c39d" providerId="ADAL" clId="{83541743-0BFA-5E91-997D-5D4DA3A77660}" dt="2026-03-27T14:17:29.012" v="514" actId="20577"/>
        <pc:sldMkLst>
          <pc:docMk/>
          <pc:sldMk cId="2996068630" sldId="262"/>
        </pc:sldMkLst>
        <pc:spChg chg="add">
          <ac:chgData name="Brian Dam Pedersen" userId="de766585-1318-47d7-b0b2-ac2ac765c39d" providerId="ADAL" clId="{83541743-0BFA-5E91-997D-5D4DA3A77660}" dt="2026-03-27T14:04:54.440" v="183"/>
          <ac:spMkLst>
            <pc:docMk/>
            <pc:sldMk cId="2996068630" sldId="262"/>
            <ac:spMk id="2" creationId="{7A623632-69FD-83FC-22CD-2E267C9D17D0}"/>
          </ac:spMkLst>
        </pc:spChg>
        <pc:spChg chg="add">
          <ac:chgData name="Brian Dam Pedersen" userId="de766585-1318-47d7-b0b2-ac2ac765c39d" providerId="ADAL" clId="{83541743-0BFA-5E91-997D-5D4DA3A77660}" dt="2026-03-27T14:08:51.412" v="201"/>
          <ac:spMkLst>
            <pc:docMk/>
            <pc:sldMk cId="2996068630" sldId="262"/>
            <ac:spMk id="3" creationId="{4A5843C9-9B0B-B29B-C26B-A321F2A220BA}"/>
          </ac:spMkLst>
        </pc:spChg>
        <pc:spChg chg="mod">
          <ac:chgData name="Brian Dam Pedersen" userId="de766585-1318-47d7-b0b2-ac2ac765c39d" providerId="ADAL" clId="{83541743-0BFA-5E91-997D-5D4DA3A77660}" dt="2026-03-27T14:09:21.864" v="206" actId="20577"/>
          <ac:spMkLst>
            <pc:docMk/>
            <pc:sldMk cId="2996068630" sldId="262"/>
            <ac:spMk id="6" creationId="{B0C9E912-6ED6-38F1-F48C-5FDDDE3EE5D9}"/>
          </ac:spMkLst>
        </pc:spChg>
        <pc:spChg chg="mod">
          <ac:chgData name="Brian Dam Pedersen" userId="de766585-1318-47d7-b0b2-ac2ac765c39d" providerId="ADAL" clId="{83541743-0BFA-5E91-997D-5D4DA3A77660}" dt="2026-03-27T14:02:31.316" v="27" actId="20577"/>
          <ac:spMkLst>
            <pc:docMk/>
            <pc:sldMk cId="2996068630" sldId="262"/>
            <ac:spMk id="82" creationId="{4E8169FD-A5F3-BB65-1805-B8E1C692CF1E}"/>
          </ac:spMkLst>
        </pc:spChg>
        <pc:picChg chg="add del mod">
          <ac:chgData name="Brian Dam Pedersen" userId="de766585-1318-47d7-b0b2-ac2ac765c39d" providerId="ADAL" clId="{83541743-0BFA-5E91-997D-5D4DA3A77660}" dt="2026-03-27T14:13:59.941" v="244" actId="478"/>
          <ac:picMkLst>
            <pc:docMk/>
            <pc:sldMk cId="2996068630" sldId="262"/>
            <ac:picMk id="1026" creationId="{955387F2-7D96-2068-8E5B-25F6B974B40C}"/>
          </ac:picMkLst>
        </pc:picChg>
        <pc:picChg chg="add del mod">
          <ac:chgData name="Brian Dam Pedersen" userId="de766585-1318-47d7-b0b2-ac2ac765c39d" providerId="ADAL" clId="{83541743-0BFA-5E91-997D-5D4DA3A77660}" dt="2026-03-27T14:13:59.941" v="244" actId="478"/>
          <ac:picMkLst>
            <pc:docMk/>
            <pc:sldMk cId="2996068630" sldId="262"/>
            <ac:picMk id="1030" creationId="{9AA807F8-3C9F-00EF-8C2A-11167418C7D6}"/>
          </ac:picMkLst>
        </pc:picChg>
        <pc:picChg chg="add del mod">
          <ac:chgData name="Brian Dam Pedersen" userId="de766585-1318-47d7-b0b2-ac2ac765c39d" providerId="ADAL" clId="{83541743-0BFA-5E91-997D-5D4DA3A77660}" dt="2026-03-27T14:14:02.027" v="245" actId="478"/>
          <ac:picMkLst>
            <pc:docMk/>
            <pc:sldMk cId="2996068630" sldId="262"/>
            <ac:picMk id="1032" creationId="{6BF350B2-44D5-63A3-C3BE-EE04B6ED664A}"/>
          </ac:picMkLst>
        </pc:picChg>
        <pc:picChg chg="add del mod">
          <ac:chgData name="Brian Dam Pedersen" userId="de766585-1318-47d7-b0b2-ac2ac765c39d" providerId="ADAL" clId="{83541743-0BFA-5E91-997D-5D4DA3A77660}" dt="2026-03-27T14:13:59.941" v="244" actId="478"/>
          <ac:picMkLst>
            <pc:docMk/>
            <pc:sldMk cId="2996068630" sldId="262"/>
            <ac:picMk id="1034" creationId="{E473B62B-0F16-AF81-6F5A-C0C69419390E}"/>
          </ac:picMkLst>
        </pc:picChg>
        <pc:picChg chg="add del mod">
          <ac:chgData name="Brian Dam Pedersen" userId="de766585-1318-47d7-b0b2-ac2ac765c39d" providerId="ADAL" clId="{83541743-0BFA-5E91-997D-5D4DA3A77660}" dt="2026-03-27T14:13:59.941" v="244" actId="478"/>
          <ac:picMkLst>
            <pc:docMk/>
            <pc:sldMk cId="2996068630" sldId="262"/>
            <ac:picMk id="1036" creationId="{439D658E-D0A1-70A8-3AD6-DDFAF7884696}"/>
          </ac:picMkLst>
        </pc:picChg>
        <pc:picChg chg="add mod">
          <ac:chgData name="Brian Dam Pedersen" userId="de766585-1318-47d7-b0b2-ac2ac765c39d" providerId="ADAL" clId="{83541743-0BFA-5E91-997D-5D4DA3A77660}" dt="2026-03-27T14:09:18.408" v="205" actId="14100"/>
          <ac:picMkLst>
            <pc:docMk/>
            <pc:sldMk cId="2996068630" sldId="262"/>
            <ac:picMk id="1040" creationId="{66A4C15F-E468-0294-E10C-72DEF9D21B14}"/>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DK"/>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6A4EEB45-B473-AF4C-81AC-8704B5FFC6C1}" type="datetimeFigureOut">
              <a:rPr lang="en-DK" smtClean="0"/>
              <a:t>27/03/2026</a:t>
            </a:fld>
            <a:endParaRPr lang="en-DK"/>
          </a:p>
        </p:txBody>
      </p:sp>
      <p:sp>
        <p:nvSpPr>
          <p:cNvPr id="4" name="Slide Image Placeholder 3"/>
          <p:cNvSpPr>
            <a:spLocks noGrp="1" noRot="1" noChangeAspect="1"/>
          </p:cNvSpPr>
          <p:nvPr>
            <p:ph type="sldImg" idx="2"/>
          </p:nvPr>
        </p:nvSpPr>
        <p:spPr>
          <a:xfrm>
            <a:off x="573088" y="1336675"/>
            <a:ext cx="6413500" cy="3608388"/>
          </a:xfrm>
          <a:prstGeom prst="rect">
            <a:avLst/>
          </a:prstGeom>
          <a:noFill/>
          <a:ln w="12700">
            <a:solidFill>
              <a:prstClr val="black"/>
            </a:solidFill>
          </a:ln>
        </p:spPr>
        <p:txBody>
          <a:bodyPr vert="horz" lIns="91440" tIns="45720" rIns="91440" bIns="45720" rtlCol="0" anchor="ctr"/>
          <a:lstStyle/>
          <a:p>
            <a:endParaRPr lang="en-DK"/>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K"/>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endParaRPr lang="en-DK"/>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4BB76D87-6F0E-C447-8A49-E50EA0192FE0}" type="slidenum">
              <a:rPr lang="en-DK" smtClean="0"/>
              <a:t>‹#›</a:t>
            </a:fld>
            <a:endParaRPr lang="en-DK"/>
          </a:p>
        </p:txBody>
      </p:sp>
    </p:spTree>
    <p:extLst>
      <p:ext uri="{BB962C8B-B14F-4D97-AF65-F5344CB8AC3E}">
        <p14:creationId xmlns:p14="http://schemas.microsoft.com/office/powerpoint/2010/main" val="25913140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DK" dirty="0"/>
              <a:t>We are at an important inflection point in the chip development history. I have a degree in IC development from 2000, and back then the general sentiment was that chip development was a US thing, soon to be commoditized outside very specific niches. Within the past years, companies like Apple has show how controlling the entire stack (chip, electronics, software) can create unique user experiences, and this has created a rennaisance for chip design in many sectors. Today EU, US and China have heavy investment programs in the order of 50 billion dollars each to ensure supply and knowhow for their respective industries. This has maybe created the sentiment that we have dropped the ball completely as a continent, and granted – the lack of focus during the 2010s has really hurt the capabilities in Europe but we are far from lost</a:t>
            </a:r>
          </a:p>
        </p:txBody>
      </p:sp>
      <p:sp>
        <p:nvSpPr>
          <p:cNvPr id="4" name="Slide Number Placeholder 3"/>
          <p:cNvSpPr>
            <a:spLocks noGrp="1"/>
          </p:cNvSpPr>
          <p:nvPr>
            <p:ph type="sldNum" sz="quarter" idx="5"/>
          </p:nvPr>
        </p:nvSpPr>
        <p:spPr/>
        <p:txBody>
          <a:bodyPr/>
          <a:lstStyle/>
          <a:p>
            <a:fld id="{4BB76D87-6F0E-C447-8A49-E50EA0192FE0}" type="slidenum">
              <a:rPr lang="en-DK" smtClean="0"/>
              <a:t>2</a:t>
            </a:fld>
            <a:endParaRPr lang="en-DK"/>
          </a:p>
        </p:txBody>
      </p:sp>
    </p:spTree>
    <p:extLst>
      <p:ext uri="{BB962C8B-B14F-4D97-AF65-F5344CB8AC3E}">
        <p14:creationId xmlns:p14="http://schemas.microsoft.com/office/powerpoint/2010/main" val="14818815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42EB6-56B3-6BD6-2DF0-427E0655DE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37A323-7EF9-810F-0630-FFFA53425B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71CA09-3259-47A8-DB84-FED0C97C7DDF}"/>
              </a:ext>
            </a:extLst>
          </p:cNvPr>
          <p:cNvSpPr>
            <a:spLocks noGrp="1"/>
          </p:cNvSpPr>
          <p:nvPr>
            <p:ph type="body" idx="1"/>
          </p:nvPr>
        </p:nvSpPr>
        <p:spPr/>
        <p:txBody>
          <a:bodyPr/>
          <a:lstStyle/>
          <a:p>
            <a:r>
              <a:rPr lang="en-DK" dirty="0"/>
              <a:t>European chip industry is far from lost. We have big industry players that ensure that we have an european ecosystem to drive our industries in the future. </a:t>
            </a:r>
          </a:p>
        </p:txBody>
      </p:sp>
      <p:sp>
        <p:nvSpPr>
          <p:cNvPr id="4" name="Slide Number Placeholder 3">
            <a:extLst>
              <a:ext uri="{FF2B5EF4-FFF2-40B4-BE49-F238E27FC236}">
                <a16:creationId xmlns:a16="http://schemas.microsoft.com/office/drawing/2014/main" id="{578CA539-CFED-E84A-CA54-A720CB780BE8}"/>
              </a:ext>
            </a:extLst>
          </p:cNvPr>
          <p:cNvSpPr>
            <a:spLocks noGrp="1"/>
          </p:cNvSpPr>
          <p:nvPr>
            <p:ph type="sldNum" sz="quarter" idx="5"/>
          </p:nvPr>
        </p:nvSpPr>
        <p:spPr/>
        <p:txBody>
          <a:bodyPr/>
          <a:lstStyle/>
          <a:p>
            <a:fld id="{4BB76D87-6F0E-C447-8A49-E50EA0192FE0}" type="slidenum">
              <a:rPr lang="en-DK" smtClean="0"/>
              <a:t>3</a:t>
            </a:fld>
            <a:endParaRPr lang="en-DK"/>
          </a:p>
        </p:txBody>
      </p:sp>
    </p:spTree>
    <p:extLst>
      <p:ext uri="{BB962C8B-B14F-4D97-AF65-F5344CB8AC3E}">
        <p14:creationId xmlns:p14="http://schemas.microsoft.com/office/powerpoint/2010/main" val="21282603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C11C5-4634-98DA-A981-5679F73CE3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2DAC69-B5E9-A98E-D8E0-90F2A83C01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3ED296-3573-33CA-C502-3BB2D6E3671D}"/>
              </a:ext>
            </a:extLst>
          </p:cNvPr>
          <p:cNvSpPr>
            <a:spLocks noGrp="1"/>
          </p:cNvSpPr>
          <p:nvPr>
            <p:ph type="body" idx="1"/>
          </p:nvPr>
        </p:nvSpPr>
        <p:spPr/>
        <p:txBody>
          <a:bodyPr/>
          <a:lstStyle/>
          <a:p>
            <a:r>
              <a:rPr lang="en-DK" dirty="0"/>
              <a:t>In Denmark we have a proud tradition within certain niches – high speed design and audio applications. Here FPGAs and ASICs are vital components. Especially hearing aids is interesting as we are very dependent on advanced IC technologies, and 2/3 of the worlds hearing aids are designed within a 6 km radius west of Copenhagen.</a:t>
            </a:r>
          </a:p>
        </p:txBody>
      </p:sp>
      <p:sp>
        <p:nvSpPr>
          <p:cNvPr id="4" name="Slide Number Placeholder 3">
            <a:extLst>
              <a:ext uri="{FF2B5EF4-FFF2-40B4-BE49-F238E27FC236}">
                <a16:creationId xmlns:a16="http://schemas.microsoft.com/office/drawing/2014/main" id="{6CEB0244-9DBA-0044-C120-8ECA47E6D371}"/>
              </a:ext>
            </a:extLst>
          </p:cNvPr>
          <p:cNvSpPr>
            <a:spLocks noGrp="1"/>
          </p:cNvSpPr>
          <p:nvPr>
            <p:ph type="sldNum" sz="quarter" idx="5"/>
          </p:nvPr>
        </p:nvSpPr>
        <p:spPr/>
        <p:txBody>
          <a:bodyPr/>
          <a:lstStyle/>
          <a:p>
            <a:fld id="{4BB76D87-6F0E-C447-8A49-E50EA0192FE0}" type="slidenum">
              <a:rPr lang="en-DK" smtClean="0"/>
              <a:t>4</a:t>
            </a:fld>
            <a:endParaRPr lang="en-DK"/>
          </a:p>
        </p:txBody>
      </p:sp>
    </p:spTree>
    <p:extLst>
      <p:ext uri="{BB962C8B-B14F-4D97-AF65-F5344CB8AC3E}">
        <p14:creationId xmlns:p14="http://schemas.microsoft.com/office/powerpoint/2010/main" val="9286047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DK" dirty="0"/>
              <a:t>Thank you for joining chip day and I hope you see the perspective in a carreer in this exciting field</a:t>
            </a:r>
          </a:p>
        </p:txBody>
      </p:sp>
      <p:sp>
        <p:nvSpPr>
          <p:cNvPr id="4" name="Slide Number Placeholder 3"/>
          <p:cNvSpPr>
            <a:spLocks noGrp="1"/>
          </p:cNvSpPr>
          <p:nvPr>
            <p:ph type="sldNum" sz="quarter" idx="5"/>
          </p:nvPr>
        </p:nvSpPr>
        <p:spPr/>
        <p:txBody>
          <a:bodyPr/>
          <a:lstStyle/>
          <a:p>
            <a:fld id="{4BB76D87-6F0E-C447-8A49-E50EA0192FE0}" type="slidenum">
              <a:rPr lang="en-DK" smtClean="0"/>
              <a:t>6</a:t>
            </a:fld>
            <a:endParaRPr lang="en-DK"/>
          </a:p>
        </p:txBody>
      </p:sp>
    </p:spTree>
    <p:extLst>
      <p:ext uri="{BB962C8B-B14F-4D97-AF65-F5344CB8AC3E}">
        <p14:creationId xmlns:p14="http://schemas.microsoft.com/office/powerpoint/2010/main" val="13331868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endParaRPr lang="en-US" sz="1800" b="0" strike="noStrike" spc="-1">
              <a:solidFill>
                <a:srgbClr val="000000"/>
              </a:solidFill>
              <a:latin typeface="Calibri"/>
            </a:endParaRPr>
          </a:p>
        </p:txBody>
      </p:sp>
      <p:sp>
        <p:nvSpPr>
          <p:cNvPr id="3"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algn="ctr">
              <a:buNone/>
            </a:pPr>
            <a:endParaRPr lang="da-DK"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endParaRPr lang="en-US" sz="1800" b="0" strike="noStrike" spc="-1">
              <a:solidFill>
                <a:srgbClr val="000000"/>
              </a:solidFill>
              <a:latin typeface="Calibri"/>
            </a:endParaRPr>
          </a:p>
        </p:txBody>
      </p:sp>
      <p:sp>
        <p:nvSpPr>
          <p:cNvPr id="5"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endParaRPr lang="en-US" sz="1800" b="0" strike="noStrike" spc="-1">
              <a:solidFill>
                <a:srgbClr val="000000"/>
              </a:solidFill>
              <a:latin typeface="Calibri"/>
            </a:endParaRPr>
          </a:p>
        </p:txBody>
      </p:sp>
      <p:sp>
        <p:nvSpPr>
          <p:cNvPr id="7"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8"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609480" y="273600"/>
            <a:ext cx="10972440" cy="5307840"/>
          </a:xfrm>
          <a:prstGeom prst="rect">
            <a:avLst/>
          </a:prstGeom>
          <a:noFill/>
          <a:ln w="0">
            <a:noFill/>
          </a:ln>
        </p:spPr>
        <p:txBody>
          <a:bodyPr lIns="0" tIns="0" rIns="0" bIns="0" anchor="ctr">
            <a:noAutofit/>
          </a:bodyPr>
          <a:lstStyle/>
          <a:p>
            <a:pPr algn="ctr">
              <a:buNone/>
            </a:pPr>
            <a:endParaRPr lang="da-DK"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endParaRPr lang="en-US" sz="1800" b="0" strike="noStrike" spc="-1">
              <a:solidFill>
                <a:srgbClr val="000000"/>
              </a:solidFill>
              <a:latin typeface="Calibri"/>
            </a:endParaRPr>
          </a:p>
        </p:txBody>
      </p:sp>
      <p:sp>
        <p:nvSpPr>
          <p:cNvPr id="12"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13"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14"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endParaRPr lang="en-US" sz="1800" b="0" strike="noStrike" spc="-1">
              <a:solidFill>
                <a:srgbClr val="000000"/>
              </a:solidFill>
              <a:latin typeface="Calibri"/>
            </a:endParaRPr>
          </a:p>
        </p:txBody>
      </p:sp>
      <p:sp>
        <p:nvSpPr>
          <p:cNvPr id="16"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17"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18" name="PlaceHolder 4"/>
          <p:cNvSpPr>
            <a:spLocks noGrp="1"/>
          </p:cNvSpPr>
          <p:nvPr>
            <p:ph/>
          </p:nvPr>
        </p:nvSpPr>
        <p:spPr>
          <a:xfrm>
            <a:off x="6231960" y="3682080"/>
            <a:ext cx="535428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endParaRPr lang="en-US" sz="1800" b="0" strike="noStrike" spc="-1">
              <a:solidFill>
                <a:srgbClr val="000000"/>
              </a:solidFill>
              <a:latin typeface="Calibri"/>
            </a:endParaRPr>
          </a:p>
        </p:txBody>
      </p:sp>
      <p:sp>
        <p:nvSpPr>
          <p:cNvPr id="20"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21"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22" name="PlaceHolder 4"/>
          <p:cNvSpPr>
            <a:spLocks noGrp="1"/>
          </p:cNvSpPr>
          <p:nvPr>
            <p:ph/>
          </p:nvPr>
        </p:nvSpPr>
        <p:spPr>
          <a:xfrm>
            <a:off x="609480" y="3682080"/>
            <a:ext cx="1097244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endParaRPr lang="en-US" sz="1800" b="0" strike="noStrike" spc="-1">
              <a:solidFill>
                <a:srgbClr val="000000"/>
              </a:solidFill>
              <a:latin typeface="Calibri"/>
            </a:endParaRPr>
          </a:p>
        </p:txBody>
      </p:sp>
      <p:sp>
        <p:nvSpPr>
          <p:cNvPr id="24" name="PlaceHolder 2"/>
          <p:cNvSpPr>
            <a:spLocks noGrp="1"/>
          </p:cNvSpPr>
          <p:nvPr>
            <p:ph/>
          </p:nvPr>
        </p:nvSpPr>
        <p:spPr>
          <a:xfrm>
            <a:off x="609480" y="1604520"/>
            <a:ext cx="1097244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25" name="PlaceHolder 3"/>
          <p:cNvSpPr>
            <a:spLocks noGrp="1"/>
          </p:cNvSpPr>
          <p:nvPr>
            <p:ph/>
          </p:nvPr>
        </p:nvSpPr>
        <p:spPr>
          <a:xfrm>
            <a:off x="609480" y="3682080"/>
            <a:ext cx="1097244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endParaRPr lang="en-US" sz="1800" b="0" strike="noStrike" spc="-1">
              <a:solidFill>
                <a:srgbClr val="000000"/>
              </a:solidFill>
              <a:latin typeface="Calibri"/>
            </a:endParaRPr>
          </a:p>
        </p:txBody>
      </p:sp>
      <p:sp>
        <p:nvSpPr>
          <p:cNvPr id="27"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28"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29"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30" name="PlaceHolder 5"/>
          <p:cNvSpPr>
            <a:spLocks noGrp="1"/>
          </p:cNvSpPr>
          <p:nvPr>
            <p:ph/>
          </p:nvPr>
        </p:nvSpPr>
        <p:spPr>
          <a:xfrm>
            <a:off x="6231960" y="3682080"/>
            <a:ext cx="535428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endParaRPr lang="en-US" sz="1800" b="0" strike="noStrike" spc="-1">
              <a:solidFill>
                <a:srgbClr val="000000"/>
              </a:solidFill>
              <a:latin typeface="Calibri"/>
            </a:endParaRPr>
          </a:p>
        </p:txBody>
      </p:sp>
      <p:sp>
        <p:nvSpPr>
          <p:cNvPr id="32" name="PlaceHolder 2"/>
          <p:cNvSpPr>
            <a:spLocks noGrp="1"/>
          </p:cNvSpPr>
          <p:nvPr>
            <p:ph/>
          </p:nvPr>
        </p:nvSpPr>
        <p:spPr>
          <a:xfrm>
            <a:off x="609480" y="1604520"/>
            <a:ext cx="353304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33" name="PlaceHolder 3"/>
          <p:cNvSpPr>
            <a:spLocks noGrp="1"/>
          </p:cNvSpPr>
          <p:nvPr>
            <p:ph/>
          </p:nvPr>
        </p:nvSpPr>
        <p:spPr>
          <a:xfrm>
            <a:off x="4319640" y="1604520"/>
            <a:ext cx="353304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34" name="PlaceHolder 4"/>
          <p:cNvSpPr>
            <a:spLocks noGrp="1"/>
          </p:cNvSpPr>
          <p:nvPr>
            <p:ph/>
          </p:nvPr>
        </p:nvSpPr>
        <p:spPr>
          <a:xfrm>
            <a:off x="8029800" y="1604520"/>
            <a:ext cx="353304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35" name="PlaceHolder 5"/>
          <p:cNvSpPr>
            <a:spLocks noGrp="1"/>
          </p:cNvSpPr>
          <p:nvPr>
            <p:ph/>
          </p:nvPr>
        </p:nvSpPr>
        <p:spPr>
          <a:xfrm>
            <a:off x="609480" y="3682080"/>
            <a:ext cx="353304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36" name="PlaceHolder 6"/>
          <p:cNvSpPr>
            <a:spLocks noGrp="1"/>
          </p:cNvSpPr>
          <p:nvPr>
            <p:ph/>
          </p:nvPr>
        </p:nvSpPr>
        <p:spPr>
          <a:xfrm>
            <a:off x="4319640" y="3682080"/>
            <a:ext cx="353304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37" name="PlaceHolder 7"/>
          <p:cNvSpPr>
            <a:spLocks noGrp="1"/>
          </p:cNvSpPr>
          <p:nvPr>
            <p:ph/>
          </p:nvPr>
        </p:nvSpPr>
        <p:spPr>
          <a:xfrm>
            <a:off x="8029800" y="3682080"/>
            <a:ext cx="353304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lstStyle/>
          <a:p>
            <a:r>
              <a:t>Footer</a:t>
            </a:r>
          </a:p>
        </p:txBody>
      </p:sp>
      <p:sp>
        <p:nvSpPr>
          <p:cNvPr id="3" name="PlaceHolder 2"/>
          <p:cNvSpPr>
            <a:spLocks noGrp="1"/>
          </p:cNvSpPr>
          <p:nvPr>
            <p:ph type="sldNum" idx="3"/>
          </p:nvPr>
        </p:nvSpPr>
        <p:spPr/>
        <p:txBody>
          <a:bodyPr/>
          <a:lstStyle/>
          <a:p>
            <a:fld id="{F0A0F1E8-E15B-40A9-A81D-2680AE13BDB2}" type="slidenum">
              <a:t>‹#›</a:t>
            </a:fld>
            <a:endParaRPr/>
          </a:p>
        </p:txBody>
      </p:sp>
      <p:sp>
        <p:nvSpPr>
          <p:cNvPr id="4" name="PlaceHolder 3"/>
          <p:cNvSpPr>
            <a:spLocks noGrp="1"/>
          </p:cNvSpPr>
          <p:nvPr>
            <p:ph type="dt" idx="1"/>
          </p:nvPr>
        </p:nvSpPr>
        <p:spPr/>
        <p:txBody>
          <a:body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3"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endParaRPr lang="en-US" sz="1800" b="0" strike="noStrike" spc="-1">
              <a:solidFill>
                <a:srgbClr val="000000"/>
              </a:solidFill>
              <a:latin typeface="Calibri"/>
            </a:endParaRPr>
          </a:p>
        </p:txBody>
      </p:sp>
      <p:sp>
        <p:nvSpPr>
          <p:cNvPr id="44"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algn="ctr">
              <a:buNone/>
            </a:pPr>
            <a:endParaRPr lang="da-DK" sz="3200" b="0" strike="noStrike" spc="-1">
              <a:latin typeface="Arial"/>
            </a:endParaRPr>
          </a:p>
        </p:txBody>
      </p:sp>
      <p:sp>
        <p:nvSpPr>
          <p:cNvPr id="4" name="PlaceHolder 3"/>
          <p:cNvSpPr>
            <a:spLocks noGrp="1"/>
          </p:cNvSpPr>
          <p:nvPr>
            <p:ph type="ftr" idx="2"/>
          </p:nvPr>
        </p:nvSpPr>
        <p:spPr/>
        <p:txBody>
          <a:bodyPr/>
          <a:lstStyle/>
          <a:p>
            <a:r>
              <a:t>Footer</a:t>
            </a:r>
          </a:p>
        </p:txBody>
      </p:sp>
      <p:sp>
        <p:nvSpPr>
          <p:cNvPr id="5" name="PlaceHolder 4"/>
          <p:cNvSpPr>
            <a:spLocks noGrp="1"/>
          </p:cNvSpPr>
          <p:nvPr>
            <p:ph type="sldNum" idx="3"/>
          </p:nvPr>
        </p:nvSpPr>
        <p:spPr/>
        <p:txBody>
          <a:bodyPr/>
          <a:lstStyle/>
          <a:p>
            <a:fld id="{F84035F8-918A-49F6-BBE0-73982F9FCF6A}" type="slidenum">
              <a:t>‹#›</a:t>
            </a:fld>
            <a:endParaRPr/>
          </a:p>
        </p:txBody>
      </p:sp>
      <p:sp>
        <p:nvSpPr>
          <p:cNvPr id="6" name="PlaceHolder 5"/>
          <p:cNvSpPr>
            <a:spLocks noGrp="1"/>
          </p:cNvSpPr>
          <p:nvPr>
            <p:ph type="dt" idx="1"/>
          </p:nvPr>
        </p:nvSpPr>
        <p:spPr/>
        <p:txBody>
          <a:body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5"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endParaRPr lang="en-US" sz="1800" b="0" strike="noStrike" spc="-1">
              <a:solidFill>
                <a:srgbClr val="000000"/>
              </a:solidFill>
              <a:latin typeface="Calibri"/>
            </a:endParaRPr>
          </a:p>
        </p:txBody>
      </p:sp>
      <p:sp>
        <p:nvSpPr>
          <p:cNvPr id="46"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4" name="PlaceHolder 3"/>
          <p:cNvSpPr>
            <a:spLocks noGrp="1"/>
          </p:cNvSpPr>
          <p:nvPr>
            <p:ph type="ftr" idx="2"/>
          </p:nvPr>
        </p:nvSpPr>
        <p:spPr/>
        <p:txBody>
          <a:bodyPr/>
          <a:lstStyle/>
          <a:p>
            <a:r>
              <a:t>Footer</a:t>
            </a:r>
          </a:p>
        </p:txBody>
      </p:sp>
      <p:sp>
        <p:nvSpPr>
          <p:cNvPr id="5" name="PlaceHolder 4"/>
          <p:cNvSpPr>
            <a:spLocks noGrp="1"/>
          </p:cNvSpPr>
          <p:nvPr>
            <p:ph type="sldNum" idx="3"/>
          </p:nvPr>
        </p:nvSpPr>
        <p:spPr/>
        <p:txBody>
          <a:bodyPr/>
          <a:lstStyle/>
          <a:p>
            <a:fld id="{4002A9DB-F11B-48B0-91F3-6C597D82C0C2}" type="slidenum">
              <a:t>‹#›</a:t>
            </a:fld>
            <a:endParaRPr/>
          </a:p>
        </p:txBody>
      </p:sp>
      <p:sp>
        <p:nvSpPr>
          <p:cNvPr id="6" name="PlaceHolder 5"/>
          <p:cNvSpPr>
            <a:spLocks noGrp="1"/>
          </p:cNvSpPr>
          <p:nvPr>
            <p:ph type="dt" idx="1"/>
          </p:nvPr>
        </p:nvSpPr>
        <p:spPr/>
        <p:txBody>
          <a:body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47"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endParaRPr lang="en-US" sz="1800" b="0" strike="noStrike" spc="-1">
              <a:solidFill>
                <a:srgbClr val="000000"/>
              </a:solidFill>
              <a:latin typeface="Calibri"/>
            </a:endParaRPr>
          </a:p>
        </p:txBody>
      </p:sp>
      <p:sp>
        <p:nvSpPr>
          <p:cNvPr id="48"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49"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5" name="PlaceHolder 4"/>
          <p:cNvSpPr>
            <a:spLocks noGrp="1"/>
          </p:cNvSpPr>
          <p:nvPr>
            <p:ph type="ftr" idx="2"/>
          </p:nvPr>
        </p:nvSpPr>
        <p:spPr/>
        <p:txBody>
          <a:bodyPr/>
          <a:lstStyle/>
          <a:p>
            <a:r>
              <a:t>Footer</a:t>
            </a:r>
          </a:p>
        </p:txBody>
      </p:sp>
      <p:sp>
        <p:nvSpPr>
          <p:cNvPr id="6" name="PlaceHolder 5"/>
          <p:cNvSpPr>
            <a:spLocks noGrp="1"/>
          </p:cNvSpPr>
          <p:nvPr>
            <p:ph type="sldNum" idx="3"/>
          </p:nvPr>
        </p:nvSpPr>
        <p:spPr/>
        <p:txBody>
          <a:bodyPr/>
          <a:lstStyle/>
          <a:p>
            <a:fld id="{49C0CA4A-0D45-444B-A524-2876639283B3}" type="slidenum">
              <a:t>‹#›</a:t>
            </a:fld>
            <a:endParaRPr/>
          </a:p>
        </p:txBody>
      </p:sp>
      <p:sp>
        <p:nvSpPr>
          <p:cNvPr id="7" name="PlaceHolder 6"/>
          <p:cNvSpPr>
            <a:spLocks noGrp="1"/>
          </p:cNvSpPr>
          <p:nvPr>
            <p:ph type="dt" idx="1"/>
          </p:nvPr>
        </p:nvSpPr>
        <p:spPr/>
        <p:txBody>
          <a:body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0"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endParaRPr lang="en-US" sz="1800" b="0" strike="noStrike" spc="-1">
              <a:solidFill>
                <a:srgbClr val="000000"/>
              </a:solidFill>
              <a:latin typeface="Calibri"/>
            </a:endParaRPr>
          </a:p>
        </p:txBody>
      </p:sp>
      <p:sp>
        <p:nvSpPr>
          <p:cNvPr id="3" name="PlaceHolder 2"/>
          <p:cNvSpPr>
            <a:spLocks noGrp="1"/>
          </p:cNvSpPr>
          <p:nvPr>
            <p:ph type="ftr" idx="2"/>
          </p:nvPr>
        </p:nvSpPr>
        <p:spPr/>
        <p:txBody>
          <a:bodyPr/>
          <a:lstStyle/>
          <a:p>
            <a:r>
              <a:t>Footer</a:t>
            </a:r>
          </a:p>
        </p:txBody>
      </p:sp>
      <p:sp>
        <p:nvSpPr>
          <p:cNvPr id="4" name="PlaceHolder 3"/>
          <p:cNvSpPr>
            <a:spLocks noGrp="1"/>
          </p:cNvSpPr>
          <p:nvPr>
            <p:ph type="sldNum" idx="3"/>
          </p:nvPr>
        </p:nvSpPr>
        <p:spPr/>
        <p:txBody>
          <a:bodyPr/>
          <a:lstStyle/>
          <a:p>
            <a:fld id="{D7C878B0-F647-456D-A936-7A22B484365A}" type="slidenum">
              <a:t>‹#›</a:t>
            </a:fld>
            <a:endParaRPr/>
          </a:p>
        </p:txBody>
      </p:sp>
      <p:sp>
        <p:nvSpPr>
          <p:cNvPr id="5" name="PlaceHolder 4"/>
          <p:cNvSpPr>
            <a:spLocks noGrp="1"/>
          </p:cNvSpPr>
          <p:nvPr>
            <p:ph type="dt" idx="1"/>
          </p:nvPr>
        </p:nvSpPr>
        <p:spPr/>
        <p:txBody>
          <a:body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1" name="PlaceHolder 1"/>
          <p:cNvSpPr>
            <a:spLocks noGrp="1"/>
          </p:cNvSpPr>
          <p:nvPr>
            <p:ph type="subTitle"/>
          </p:nvPr>
        </p:nvSpPr>
        <p:spPr>
          <a:xfrm>
            <a:off x="609480" y="273600"/>
            <a:ext cx="10972440" cy="5307840"/>
          </a:xfrm>
          <a:prstGeom prst="rect">
            <a:avLst/>
          </a:prstGeom>
          <a:noFill/>
          <a:ln w="0">
            <a:noFill/>
          </a:ln>
        </p:spPr>
        <p:txBody>
          <a:bodyPr lIns="0" tIns="0" rIns="0" bIns="0" anchor="ctr">
            <a:noAutofit/>
          </a:bodyPr>
          <a:lstStyle/>
          <a:p>
            <a:pPr algn="ctr">
              <a:buNone/>
            </a:pPr>
            <a:endParaRPr lang="da-DK" sz="3200" b="0" strike="noStrike" spc="-1">
              <a:latin typeface="Arial"/>
            </a:endParaRPr>
          </a:p>
        </p:txBody>
      </p:sp>
      <p:sp>
        <p:nvSpPr>
          <p:cNvPr id="3" name="PlaceHolder 2"/>
          <p:cNvSpPr>
            <a:spLocks noGrp="1"/>
          </p:cNvSpPr>
          <p:nvPr>
            <p:ph type="ftr" idx="2"/>
          </p:nvPr>
        </p:nvSpPr>
        <p:spPr/>
        <p:txBody>
          <a:bodyPr/>
          <a:lstStyle/>
          <a:p>
            <a:r>
              <a:t>Footer</a:t>
            </a:r>
          </a:p>
        </p:txBody>
      </p:sp>
      <p:sp>
        <p:nvSpPr>
          <p:cNvPr id="4" name="PlaceHolder 3"/>
          <p:cNvSpPr>
            <a:spLocks noGrp="1"/>
          </p:cNvSpPr>
          <p:nvPr>
            <p:ph type="sldNum" idx="3"/>
          </p:nvPr>
        </p:nvSpPr>
        <p:spPr/>
        <p:txBody>
          <a:bodyPr/>
          <a:lstStyle/>
          <a:p>
            <a:fld id="{384EA5B3-5771-4D3B-939A-1AE4020F8A11}" type="slidenum">
              <a:t>‹#›</a:t>
            </a:fld>
            <a:endParaRPr/>
          </a:p>
        </p:txBody>
      </p:sp>
      <p:sp>
        <p:nvSpPr>
          <p:cNvPr id="5" name="PlaceHolder 4"/>
          <p:cNvSpPr>
            <a:spLocks noGrp="1"/>
          </p:cNvSpPr>
          <p:nvPr>
            <p:ph type="dt" idx="1"/>
          </p:nvPr>
        </p:nvSpPr>
        <p:spPr/>
        <p:txBody>
          <a:body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endParaRPr lang="en-US" sz="1800" b="0" strike="noStrike" spc="-1">
              <a:solidFill>
                <a:srgbClr val="000000"/>
              </a:solidFill>
              <a:latin typeface="Calibri"/>
            </a:endParaRPr>
          </a:p>
        </p:txBody>
      </p:sp>
      <p:sp>
        <p:nvSpPr>
          <p:cNvPr id="53"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54"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55"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3"/>
          </p:nvPr>
        </p:nvSpPr>
        <p:spPr/>
        <p:txBody>
          <a:bodyPr/>
          <a:lstStyle/>
          <a:p>
            <a:fld id="{BA7B9BDC-4537-4FF4-802C-32D4C91A90B8}" type="slidenum">
              <a:t>‹#›</a:t>
            </a:fld>
            <a:endParaRPr/>
          </a:p>
        </p:txBody>
      </p:sp>
      <p:sp>
        <p:nvSpPr>
          <p:cNvPr id="8" name="PlaceHolder 7"/>
          <p:cNvSpPr>
            <a:spLocks noGrp="1"/>
          </p:cNvSpPr>
          <p:nvPr>
            <p:ph type="dt" idx="1"/>
          </p:nvPr>
        </p:nvSpPr>
        <p:spPr/>
        <p:txBody>
          <a:body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6"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endParaRPr lang="en-US" sz="1800" b="0" strike="noStrike" spc="-1">
              <a:solidFill>
                <a:srgbClr val="000000"/>
              </a:solidFill>
              <a:latin typeface="Calibri"/>
            </a:endParaRPr>
          </a:p>
        </p:txBody>
      </p:sp>
      <p:sp>
        <p:nvSpPr>
          <p:cNvPr id="57"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58"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59" name="PlaceHolder 4"/>
          <p:cNvSpPr>
            <a:spLocks noGrp="1"/>
          </p:cNvSpPr>
          <p:nvPr>
            <p:ph/>
          </p:nvPr>
        </p:nvSpPr>
        <p:spPr>
          <a:xfrm>
            <a:off x="6231960" y="3682080"/>
            <a:ext cx="535428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3"/>
          </p:nvPr>
        </p:nvSpPr>
        <p:spPr/>
        <p:txBody>
          <a:bodyPr/>
          <a:lstStyle/>
          <a:p>
            <a:fld id="{FDC33178-40FE-4372-9881-45963BAD798E}" type="slidenum">
              <a:t>‹#›</a:t>
            </a:fld>
            <a:endParaRPr/>
          </a:p>
        </p:txBody>
      </p:sp>
      <p:sp>
        <p:nvSpPr>
          <p:cNvPr id="8" name="PlaceHolder 7"/>
          <p:cNvSpPr>
            <a:spLocks noGrp="1"/>
          </p:cNvSpPr>
          <p:nvPr>
            <p:ph type="dt" idx="1"/>
          </p:nvPr>
        </p:nvSpPr>
        <p:spPr/>
        <p:txBody>
          <a:body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endParaRPr lang="en-US" sz="1800" b="0" strike="noStrike" spc="-1">
              <a:solidFill>
                <a:srgbClr val="000000"/>
              </a:solidFill>
              <a:latin typeface="Calibri"/>
            </a:endParaRPr>
          </a:p>
        </p:txBody>
      </p:sp>
      <p:sp>
        <p:nvSpPr>
          <p:cNvPr id="61"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62"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63" name="PlaceHolder 4"/>
          <p:cNvSpPr>
            <a:spLocks noGrp="1"/>
          </p:cNvSpPr>
          <p:nvPr>
            <p:ph/>
          </p:nvPr>
        </p:nvSpPr>
        <p:spPr>
          <a:xfrm>
            <a:off x="609480" y="3682080"/>
            <a:ext cx="1097244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3"/>
          </p:nvPr>
        </p:nvSpPr>
        <p:spPr/>
        <p:txBody>
          <a:bodyPr/>
          <a:lstStyle/>
          <a:p>
            <a:fld id="{D0B20823-6791-4DEC-A3D3-7D502EAE3B2F}" type="slidenum">
              <a:t>‹#›</a:t>
            </a:fld>
            <a:endParaRPr/>
          </a:p>
        </p:txBody>
      </p:sp>
      <p:sp>
        <p:nvSpPr>
          <p:cNvPr id="8" name="PlaceHolder 7"/>
          <p:cNvSpPr>
            <a:spLocks noGrp="1"/>
          </p:cNvSpPr>
          <p:nvPr>
            <p:ph type="dt" idx="1"/>
          </p:nvPr>
        </p:nvSpPr>
        <p:spPr/>
        <p:txBody>
          <a:body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endParaRPr lang="en-US" sz="1800" b="0" strike="noStrike" spc="-1">
              <a:solidFill>
                <a:srgbClr val="000000"/>
              </a:solidFill>
              <a:latin typeface="Calibri"/>
            </a:endParaRPr>
          </a:p>
        </p:txBody>
      </p:sp>
      <p:sp>
        <p:nvSpPr>
          <p:cNvPr id="65" name="PlaceHolder 2"/>
          <p:cNvSpPr>
            <a:spLocks noGrp="1"/>
          </p:cNvSpPr>
          <p:nvPr>
            <p:ph/>
          </p:nvPr>
        </p:nvSpPr>
        <p:spPr>
          <a:xfrm>
            <a:off x="609480" y="1604520"/>
            <a:ext cx="1097244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66" name="PlaceHolder 3"/>
          <p:cNvSpPr>
            <a:spLocks noGrp="1"/>
          </p:cNvSpPr>
          <p:nvPr>
            <p:ph/>
          </p:nvPr>
        </p:nvSpPr>
        <p:spPr>
          <a:xfrm>
            <a:off x="609480" y="3682080"/>
            <a:ext cx="1097244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5" name="PlaceHolder 4"/>
          <p:cNvSpPr>
            <a:spLocks noGrp="1"/>
          </p:cNvSpPr>
          <p:nvPr>
            <p:ph type="ftr" idx="2"/>
          </p:nvPr>
        </p:nvSpPr>
        <p:spPr/>
        <p:txBody>
          <a:bodyPr/>
          <a:lstStyle/>
          <a:p>
            <a:r>
              <a:t>Footer</a:t>
            </a:r>
          </a:p>
        </p:txBody>
      </p:sp>
      <p:sp>
        <p:nvSpPr>
          <p:cNvPr id="6" name="PlaceHolder 5"/>
          <p:cNvSpPr>
            <a:spLocks noGrp="1"/>
          </p:cNvSpPr>
          <p:nvPr>
            <p:ph type="sldNum" idx="3"/>
          </p:nvPr>
        </p:nvSpPr>
        <p:spPr/>
        <p:txBody>
          <a:bodyPr/>
          <a:lstStyle/>
          <a:p>
            <a:fld id="{1FD8677B-E8E6-4F48-9BD5-29F96A6FDBA9}" type="slidenum">
              <a:t>‹#›</a:t>
            </a:fld>
            <a:endParaRPr/>
          </a:p>
        </p:txBody>
      </p:sp>
      <p:sp>
        <p:nvSpPr>
          <p:cNvPr id="7" name="PlaceHolder 6"/>
          <p:cNvSpPr>
            <a:spLocks noGrp="1"/>
          </p:cNvSpPr>
          <p:nvPr>
            <p:ph type="dt" idx="1"/>
          </p:nvPr>
        </p:nvSpPr>
        <p:spPr/>
        <p:txBody>
          <a:body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endParaRPr lang="en-US" sz="1800" b="0" strike="noStrike" spc="-1">
              <a:solidFill>
                <a:srgbClr val="000000"/>
              </a:solidFill>
              <a:latin typeface="Calibri"/>
            </a:endParaRPr>
          </a:p>
        </p:txBody>
      </p:sp>
      <p:sp>
        <p:nvSpPr>
          <p:cNvPr id="68"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69"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70"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71" name="PlaceHolder 5"/>
          <p:cNvSpPr>
            <a:spLocks noGrp="1"/>
          </p:cNvSpPr>
          <p:nvPr>
            <p:ph/>
          </p:nvPr>
        </p:nvSpPr>
        <p:spPr>
          <a:xfrm>
            <a:off x="6231960" y="3682080"/>
            <a:ext cx="535428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7" name="PlaceHolder 6"/>
          <p:cNvSpPr>
            <a:spLocks noGrp="1"/>
          </p:cNvSpPr>
          <p:nvPr>
            <p:ph type="ftr" idx="2"/>
          </p:nvPr>
        </p:nvSpPr>
        <p:spPr/>
        <p:txBody>
          <a:bodyPr/>
          <a:lstStyle/>
          <a:p>
            <a:r>
              <a:t>Footer</a:t>
            </a:r>
          </a:p>
        </p:txBody>
      </p:sp>
      <p:sp>
        <p:nvSpPr>
          <p:cNvPr id="8" name="PlaceHolder 7"/>
          <p:cNvSpPr>
            <a:spLocks noGrp="1"/>
          </p:cNvSpPr>
          <p:nvPr>
            <p:ph type="sldNum" idx="3"/>
          </p:nvPr>
        </p:nvSpPr>
        <p:spPr/>
        <p:txBody>
          <a:bodyPr/>
          <a:lstStyle/>
          <a:p>
            <a:fld id="{A8ED6FA3-56A7-4CFA-8172-44E25CD204F0}" type="slidenum">
              <a:t>‹#›</a:t>
            </a:fld>
            <a:endParaRPr/>
          </a:p>
        </p:txBody>
      </p:sp>
      <p:sp>
        <p:nvSpPr>
          <p:cNvPr id="9" name="PlaceHolder 8"/>
          <p:cNvSpPr>
            <a:spLocks noGrp="1"/>
          </p:cNvSpPr>
          <p:nvPr>
            <p:ph type="dt" idx="1"/>
          </p:nvPr>
        </p:nvSpPr>
        <p:spPr/>
        <p:txBody>
          <a:body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endParaRPr lang="en-US" sz="1800" b="0" strike="noStrike" spc="-1">
              <a:solidFill>
                <a:srgbClr val="000000"/>
              </a:solidFill>
              <a:latin typeface="Calibri"/>
            </a:endParaRPr>
          </a:p>
        </p:txBody>
      </p:sp>
      <p:sp>
        <p:nvSpPr>
          <p:cNvPr id="73" name="PlaceHolder 2"/>
          <p:cNvSpPr>
            <a:spLocks noGrp="1"/>
          </p:cNvSpPr>
          <p:nvPr>
            <p:ph/>
          </p:nvPr>
        </p:nvSpPr>
        <p:spPr>
          <a:xfrm>
            <a:off x="609480" y="1604520"/>
            <a:ext cx="353304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74" name="PlaceHolder 3"/>
          <p:cNvSpPr>
            <a:spLocks noGrp="1"/>
          </p:cNvSpPr>
          <p:nvPr>
            <p:ph/>
          </p:nvPr>
        </p:nvSpPr>
        <p:spPr>
          <a:xfrm>
            <a:off x="4319640" y="1604520"/>
            <a:ext cx="353304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75" name="PlaceHolder 4"/>
          <p:cNvSpPr>
            <a:spLocks noGrp="1"/>
          </p:cNvSpPr>
          <p:nvPr>
            <p:ph/>
          </p:nvPr>
        </p:nvSpPr>
        <p:spPr>
          <a:xfrm>
            <a:off x="8029800" y="1604520"/>
            <a:ext cx="353304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76" name="PlaceHolder 5"/>
          <p:cNvSpPr>
            <a:spLocks noGrp="1"/>
          </p:cNvSpPr>
          <p:nvPr>
            <p:ph/>
          </p:nvPr>
        </p:nvSpPr>
        <p:spPr>
          <a:xfrm>
            <a:off x="609480" y="3682080"/>
            <a:ext cx="353304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77" name="PlaceHolder 6"/>
          <p:cNvSpPr>
            <a:spLocks noGrp="1"/>
          </p:cNvSpPr>
          <p:nvPr>
            <p:ph/>
          </p:nvPr>
        </p:nvSpPr>
        <p:spPr>
          <a:xfrm>
            <a:off x="4319640" y="3682080"/>
            <a:ext cx="353304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78" name="PlaceHolder 7"/>
          <p:cNvSpPr>
            <a:spLocks noGrp="1"/>
          </p:cNvSpPr>
          <p:nvPr>
            <p:ph/>
          </p:nvPr>
        </p:nvSpPr>
        <p:spPr>
          <a:xfrm>
            <a:off x="8029800" y="3682080"/>
            <a:ext cx="353304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Calibri"/>
            </a:endParaRPr>
          </a:p>
        </p:txBody>
      </p:sp>
      <p:sp>
        <p:nvSpPr>
          <p:cNvPr id="9" name="PlaceHolder 8"/>
          <p:cNvSpPr>
            <a:spLocks noGrp="1"/>
          </p:cNvSpPr>
          <p:nvPr>
            <p:ph type="ftr" idx="2"/>
          </p:nvPr>
        </p:nvSpPr>
        <p:spPr/>
        <p:txBody>
          <a:bodyPr/>
          <a:lstStyle/>
          <a:p>
            <a:r>
              <a:t>Footer</a:t>
            </a:r>
          </a:p>
        </p:txBody>
      </p:sp>
      <p:sp>
        <p:nvSpPr>
          <p:cNvPr id="10" name="PlaceHolder 9"/>
          <p:cNvSpPr>
            <a:spLocks noGrp="1"/>
          </p:cNvSpPr>
          <p:nvPr>
            <p:ph type="sldNum" idx="3"/>
          </p:nvPr>
        </p:nvSpPr>
        <p:spPr/>
        <p:txBody>
          <a:bodyPr/>
          <a:lstStyle/>
          <a:p>
            <a:fld id="{13375AFB-67C9-46C1-B47C-9428BF84D0DC}" type="slidenum">
              <a:t>‹#›</a:t>
            </a:fld>
            <a:endParaRPr/>
          </a:p>
        </p:txBody>
      </p:sp>
      <p:sp>
        <p:nvSpPr>
          <p:cNvPr id="11" name="PlaceHolder 10"/>
          <p:cNvSpPr>
            <a:spLocks noGrp="1"/>
          </p:cNvSpPr>
          <p:nvPr>
            <p:ph type="dt" idx="1"/>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r>
              <a:rPr lang="en-US" sz="1800" b="0" strike="noStrike" spc="-1">
                <a:solidFill>
                  <a:srgbClr val="000000"/>
                </a:solidFill>
                <a:latin typeface="Calibri"/>
              </a:rPr>
              <a:t>Click to edit the title text format</a:t>
            </a: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n-US" sz="2800" b="0" strike="noStrike" spc="-1">
                <a:solidFill>
                  <a:srgbClr val="000000"/>
                </a:solidFill>
                <a:latin typeface="Calibri"/>
              </a:rPr>
              <a:t>Click to edit the outline text format</a:t>
            </a:r>
          </a:p>
          <a:p>
            <a:pPr marL="864000" lvl="1" indent="-324000">
              <a:lnSpc>
                <a:spcPct val="90000"/>
              </a:lnSpc>
              <a:spcBef>
                <a:spcPts val="1134"/>
              </a:spcBef>
              <a:buClr>
                <a:srgbClr val="000000"/>
              </a:buClr>
              <a:buSzPct val="75000"/>
              <a:buFont typeface="Symbol" charset="2"/>
              <a:buChar char=""/>
            </a:pPr>
            <a:r>
              <a:rPr lang="en-US" sz="2000" b="0" strike="noStrike" spc="-1">
                <a:solidFill>
                  <a:srgbClr val="000000"/>
                </a:solidFill>
                <a:latin typeface="Calibri"/>
              </a:rPr>
              <a:t>Second Outline Level</a:t>
            </a:r>
          </a:p>
          <a:p>
            <a:pPr marL="1296000" lvl="2" indent="-288000">
              <a:lnSpc>
                <a:spcPct val="90000"/>
              </a:lnSpc>
              <a:spcBef>
                <a:spcPts val="850"/>
              </a:spcBef>
              <a:buClr>
                <a:srgbClr val="000000"/>
              </a:buClr>
              <a:buSzPct val="45000"/>
              <a:buFont typeface="Wingdings" charset="2"/>
              <a:buChar char=""/>
            </a:pPr>
            <a:r>
              <a:rPr lang="en-US" sz="1800" b="0" strike="noStrike" spc="-1">
                <a:solidFill>
                  <a:srgbClr val="000000"/>
                </a:solidFill>
                <a:latin typeface="Calibri"/>
              </a:rPr>
              <a:t>Third Outline Level</a:t>
            </a:r>
          </a:p>
          <a:p>
            <a:pPr marL="1728000" lvl="3" indent="-216000">
              <a:lnSpc>
                <a:spcPct val="90000"/>
              </a:lnSpc>
              <a:spcBef>
                <a:spcPts val="567"/>
              </a:spcBef>
              <a:buClr>
                <a:srgbClr val="000000"/>
              </a:buClr>
              <a:buSzPct val="75000"/>
              <a:buFont typeface="Symbol" charset="2"/>
              <a:buChar char=""/>
            </a:pPr>
            <a:r>
              <a:rPr lang="en-US" sz="1800" b="0" strike="noStrike" spc="-1">
                <a:solidFill>
                  <a:srgbClr val="000000"/>
                </a:solidFill>
                <a:latin typeface="Calibri"/>
              </a:rPr>
              <a:t>Fourth Outline Level</a:t>
            </a:r>
          </a:p>
          <a:p>
            <a:pPr marL="2160000" lvl="4" indent="-216000">
              <a:lnSpc>
                <a:spcPct val="90000"/>
              </a:lnSpc>
              <a:spcBef>
                <a:spcPts val="283"/>
              </a:spcBef>
              <a:buClr>
                <a:srgbClr val="000000"/>
              </a:buClr>
              <a:buSzPct val="45000"/>
              <a:buFont typeface="Wingdings" charset="2"/>
              <a:buChar char=""/>
            </a:pPr>
            <a:r>
              <a:rPr lang="en-US" sz="2000" b="0" strike="noStrike" spc="-1">
                <a:solidFill>
                  <a:srgbClr val="000000"/>
                </a:solidFill>
                <a:latin typeface="Calibri"/>
              </a:rPr>
              <a:t>Fifth Outline Level</a:t>
            </a:r>
          </a:p>
          <a:p>
            <a:pPr marL="2592000" lvl="5" indent="-216000">
              <a:lnSpc>
                <a:spcPct val="90000"/>
              </a:lnSpc>
              <a:spcBef>
                <a:spcPts val="283"/>
              </a:spcBef>
              <a:buClr>
                <a:srgbClr val="000000"/>
              </a:buClr>
              <a:buSzPct val="45000"/>
              <a:buFont typeface="Wingdings" charset="2"/>
              <a:buChar char=""/>
            </a:pPr>
            <a:r>
              <a:rPr lang="en-US" sz="2000" b="0" strike="noStrike" spc="-1">
                <a:solidFill>
                  <a:srgbClr val="000000"/>
                </a:solidFill>
                <a:latin typeface="Calibri"/>
              </a:rPr>
              <a:t>Sixth Outline Level</a:t>
            </a:r>
          </a:p>
          <a:p>
            <a:pPr marL="3024000" lvl="6" indent="-216000">
              <a:lnSpc>
                <a:spcPct val="90000"/>
              </a:lnSpc>
              <a:spcBef>
                <a:spcPts val="283"/>
              </a:spcBef>
              <a:buClr>
                <a:srgbClr val="000000"/>
              </a:buClr>
              <a:buSzPct val="45000"/>
              <a:buFont typeface="Wingdings" charset="2"/>
              <a:buChar char=""/>
            </a:pPr>
            <a:r>
              <a:rPr lang="en-US" sz="2000" b="0" strike="noStrike" spc="-1">
                <a:solidFill>
                  <a:srgbClr val="000000"/>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a:lnSpc>
                <a:spcPct val="90000"/>
              </a:lnSpc>
              <a:buNone/>
            </a:pPr>
            <a:r>
              <a:rPr lang="en-US" sz="4400" b="0" strike="noStrike" spc="-1">
                <a:solidFill>
                  <a:srgbClr val="000000"/>
                </a:solidFill>
                <a:latin typeface="Calibri Light"/>
              </a:rPr>
              <a:t>Click to edit Master title style</a:t>
            </a:r>
            <a:endParaRPr lang="en-US" sz="4400" b="0" strike="noStrike" spc="-1">
              <a:solidFill>
                <a:srgbClr val="000000"/>
              </a:solidFill>
              <a:latin typeface="Calibri"/>
            </a:endParaRPr>
          </a:p>
        </p:txBody>
      </p:sp>
      <p:sp>
        <p:nvSpPr>
          <p:cNvPr id="39" name="PlaceHolder 2"/>
          <p:cNvSpPr>
            <a:spLocks noGrp="1"/>
          </p:cNvSpPr>
          <p:nvPr>
            <p:ph type="body"/>
          </p:nvPr>
        </p:nvSpPr>
        <p:spPr>
          <a:xfrm>
            <a:off x="838080" y="1825560"/>
            <a:ext cx="10515240" cy="4350960"/>
          </a:xfrm>
          <a:prstGeom prst="rect">
            <a:avLst/>
          </a:prstGeom>
          <a:noFill/>
          <a:ln w="0">
            <a:noFill/>
          </a:ln>
        </p:spPr>
        <p:txBody>
          <a:bodyPr anchor="t">
            <a:noAutofit/>
          </a:bodyPr>
          <a:lstStyle/>
          <a:p>
            <a:pPr marL="228600" indent="-228600">
              <a:lnSpc>
                <a:spcPct val="90000"/>
              </a:lnSpc>
              <a:spcBef>
                <a:spcPts val="1001"/>
              </a:spcBef>
              <a:buClr>
                <a:srgbClr val="000000"/>
              </a:buClr>
              <a:buFont typeface="Arial"/>
              <a:buChar char="•"/>
            </a:pPr>
            <a:r>
              <a:rPr lang="en-US" sz="2800" b="0" strike="noStrike" spc="-1">
                <a:solidFill>
                  <a:srgbClr val="000000"/>
                </a:solidFill>
                <a:latin typeface="Calibri"/>
              </a:rPr>
              <a:t>Click to edit Master text styles</a:t>
            </a:r>
          </a:p>
          <a:p>
            <a:pPr marL="685800" lvl="1" indent="-228600">
              <a:lnSpc>
                <a:spcPct val="90000"/>
              </a:lnSpc>
              <a:spcBef>
                <a:spcPts val="499"/>
              </a:spcBef>
              <a:buClr>
                <a:srgbClr val="000000"/>
              </a:buClr>
              <a:buFont typeface="Arial"/>
              <a:buChar char="•"/>
            </a:pPr>
            <a:r>
              <a:rPr lang="en-US" sz="2400" b="0" strike="noStrike" spc="-1">
                <a:solidFill>
                  <a:srgbClr val="000000"/>
                </a:solidFill>
                <a:latin typeface="Calibri"/>
              </a:rPr>
              <a:t>Second level</a:t>
            </a:r>
          </a:p>
          <a:p>
            <a:pPr marL="1143000" lvl="2" indent="-228600">
              <a:lnSpc>
                <a:spcPct val="90000"/>
              </a:lnSpc>
              <a:spcBef>
                <a:spcPts val="499"/>
              </a:spcBef>
              <a:buClr>
                <a:srgbClr val="000000"/>
              </a:buClr>
              <a:buFont typeface="Arial"/>
              <a:buChar char="•"/>
            </a:pPr>
            <a:r>
              <a:rPr lang="en-US" sz="2000" b="0" strike="noStrike" spc="-1">
                <a:solidFill>
                  <a:srgbClr val="000000"/>
                </a:solidFill>
                <a:latin typeface="Calibri"/>
              </a:rPr>
              <a:t>Third level</a:t>
            </a:r>
          </a:p>
          <a:p>
            <a:pPr marL="1600200" lvl="3" indent="-228600">
              <a:lnSpc>
                <a:spcPct val="90000"/>
              </a:lnSpc>
              <a:spcBef>
                <a:spcPts val="499"/>
              </a:spcBef>
              <a:buClr>
                <a:srgbClr val="000000"/>
              </a:buClr>
              <a:buFont typeface="Arial"/>
              <a:buChar char="•"/>
            </a:pPr>
            <a:r>
              <a:rPr lang="en-US" sz="1800" b="0" strike="noStrike" spc="-1">
                <a:solidFill>
                  <a:srgbClr val="000000"/>
                </a:solidFill>
                <a:latin typeface="Calibri"/>
              </a:rPr>
              <a:t>Fourth level</a:t>
            </a:r>
          </a:p>
          <a:p>
            <a:pPr marL="2057400" lvl="4" indent="-228600">
              <a:lnSpc>
                <a:spcPct val="90000"/>
              </a:lnSpc>
              <a:spcBef>
                <a:spcPts val="499"/>
              </a:spcBef>
              <a:buClr>
                <a:srgbClr val="000000"/>
              </a:buClr>
              <a:buFont typeface="Arial"/>
              <a:buChar char="•"/>
            </a:pPr>
            <a:r>
              <a:rPr lang="en-US" sz="1800" b="0" strike="noStrike" spc="-1">
                <a:solidFill>
                  <a:srgbClr val="000000"/>
                </a:solidFill>
                <a:latin typeface="Calibri"/>
              </a:rPr>
              <a:t>Fifth level</a:t>
            </a:r>
          </a:p>
        </p:txBody>
      </p:sp>
      <p:sp>
        <p:nvSpPr>
          <p:cNvPr id="40" name="PlaceHolder 3"/>
          <p:cNvSpPr>
            <a:spLocks noGrp="1"/>
          </p:cNvSpPr>
          <p:nvPr>
            <p:ph type="dt" idx="1"/>
          </p:nvPr>
        </p:nvSpPr>
        <p:spPr>
          <a:xfrm>
            <a:off x="838080" y="6356520"/>
            <a:ext cx="2742840" cy="364680"/>
          </a:xfrm>
          <a:prstGeom prst="rect">
            <a:avLst/>
          </a:prstGeom>
          <a:noFill/>
          <a:ln w="0">
            <a:noFill/>
          </a:ln>
        </p:spPr>
        <p:txBody>
          <a:bodyPr anchor="ctr">
            <a:noAutofit/>
          </a:bodyPr>
          <a:lstStyle>
            <a:lvl1pPr>
              <a:lnSpc>
                <a:spcPct val="100000"/>
              </a:lnSpc>
              <a:buNone/>
              <a:defRPr lang="en-US" sz="1200" b="0" strike="noStrike" spc="-1">
                <a:solidFill>
                  <a:srgbClr val="8B8B8B"/>
                </a:solidFill>
                <a:latin typeface="Calibri"/>
              </a:defRPr>
            </a:lvl1pPr>
          </a:lstStyle>
          <a:p>
            <a:pPr>
              <a:lnSpc>
                <a:spcPct val="100000"/>
              </a:lnSpc>
              <a:buNone/>
            </a:pPr>
            <a:r>
              <a:rPr lang="en-US" sz="1200" b="0" strike="noStrike" spc="-1">
                <a:solidFill>
                  <a:srgbClr val="8B8B8B"/>
                </a:solidFill>
                <a:latin typeface="Calibri"/>
              </a:rPr>
              <a:t>&lt;date/time&gt;</a:t>
            </a:r>
            <a:endParaRPr lang="da-DK" sz="1200" b="0" strike="noStrike" spc="-1">
              <a:latin typeface="Times New Roman"/>
            </a:endParaRPr>
          </a:p>
        </p:txBody>
      </p:sp>
      <p:sp>
        <p:nvSpPr>
          <p:cNvPr id="41" name="PlaceHolder 4"/>
          <p:cNvSpPr>
            <a:spLocks noGrp="1"/>
          </p:cNvSpPr>
          <p:nvPr>
            <p:ph type="ftr" idx="2"/>
          </p:nvPr>
        </p:nvSpPr>
        <p:spPr>
          <a:xfrm>
            <a:off x="4038480" y="6356520"/>
            <a:ext cx="4114440" cy="364680"/>
          </a:xfrm>
          <a:prstGeom prst="rect">
            <a:avLst/>
          </a:prstGeom>
          <a:noFill/>
          <a:ln w="0">
            <a:noFill/>
          </a:ln>
        </p:spPr>
        <p:txBody>
          <a:bodyPr anchor="ctr">
            <a:noAutofit/>
          </a:bodyPr>
          <a:lstStyle>
            <a:lvl1pPr algn="ctr">
              <a:buNone/>
              <a:defRPr lang="da-DK" sz="1400" b="0" strike="noStrike" spc="-1">
                <a:latin typeface="Times New Roman"/>
              </a:defRPr>
            </a:lvl1pPr>
          </a:lstStyle>
          <a:p>
            <a:pPr algn="ctr">
              <a:buNone/>
            </a:pPr>
            <a:r>
              <a:rPr lang="da-DK" sz="1400" b="0" strike="noStrike" spc="-1">
                <a:latin typeface="Times New Roman"/>
              </a:rPr>
              <a:t>&lt;footer&gt;</a:t>
            </a:r>
          </a:p>
        </p:txBody>
      </p:sp>
      <p:sp>
        <p:nvSpPr>
          <p:cNvPr id="42" name="PlaceHolder 5"/>
          <p:cNvSpPr>
            <a:spLocks noGrp="1"/>
          </p:cNvSpPr>
          <p:nvPr>
            <p:ph type="sldNum" idx="3"/>
          </p:nvPr>
        </p:nvSpPr>
        <p:spPr>
          <a:xfrm>
            <a:off x="8610480" y="6356520"/>
            <a:ext cx="2742840" cy="364680"/>
          </a:xfrm>
          <a:prstGeom prst="rect">
            <a:avLst/>
          </a:prstGeom>
          <a:noFill/>
          <a:ln w="0">
            <a:noFill/>
          </a:ln>
        </p:spPr>
        <p:txBody>
          <a:bodyPr anchor="ctr">
            <a:noAutofit/>
          </a:bodyPr>
          <a:lstStyle>
            <a:lvl1pPr algn="r">
              <a:lnSpc>
                <a:spcPct val="100000"/>
              </a:lnSpc>
              <a:buNone/>
              <a:defRPr lang="en-US" sz="1200" b="0" strike="noStrike" spc="-1">
                <a:solidFill>
                  <a:srgbClr val="8B8B8B"/>
                </a:solidFill>
                <a:latin typeface="Calibri"/>
              </a:defRPr>
            </a:lvl1pPr>
          </a:lstStyle>
          <a:p>
            <a:pPr algn="r">
              <a:lnSpc>
                <a:spcPct val="100000"/>
              </a:lnSpc>
              <a:buNone/>
            </a:pPr>
            <a:fld id="{331B1A44-5E3D-46F2-8645-52D644F57030}" type="slidenum">
              <a:rPr lang="en-US" sz="1200" b="0" strike="noStrike" spc="-1">
                <a:solidFill>
                  <a:srgbClr val="8B8B8B"/>
                </a:solidFill>
                <a:latin typeface="Calibri"/>
              </a:rPr>
              <a:t>‹#›</a:t>
            </a:fld>
            <a:endParaRPr lang="da-DK"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3.xml"/><Relationship Id="rId6" Type="http://schemas.openxmlformats.org/officeDocument/2006/relationships/image" Target="../media/image5.jpe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8.png"/><Relationship Id="rId5" Type="http://schemas.openxmlformats.org/officeDocument/2006/relationships/image" Target="../media/image7.jpe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 name="Picture 4"/>
          <p:cNvPicPr/>
          <p:nvPr/>
        </p:nvPicPr>
        <p:blipFill>
          <a:blip r:embed="rId2"/>
          <a:srcRect l="2738" r="2738"/>
          <a:stretch/>
        </p:blipFill>
        <p:spPr>
          <a:xfrm>
            <a:off x="5384607" y="508680"/>
            <a:ext cx="6597360" cy="5219280"/>
          </a:xfrm>
          <a:prstGeom prst="rect">
            <a:avLst/>
          </a:prstGeom>
          <a:ln w="0">
            <a:noFill/>
          </a:ln>
        </p:spPr>
      </p:pic>
      <p:sp>
        <p:nvSpPr>
          <p:cNvPr id="80" name="PlaceHolder 1"/>
          <p:cNvSpPr>
            <a:spLocks noGrp="1"/>
          </p:cNvSpPr>
          <p:nvPr>
            <p:ph type="title"/>
          </p:nvPr>
        </p:nvSpPr>
        <p:spPr>
          <a:xfrm>
            <a:off x="640800" y="1231920"/>
            <a:ext cx="5107680" cy="5141880"/>
          </a:xfrm>
          <a:prstGeom prst="rect">
            <a:avLst/>
          </a:prstGeom>
          <a:noFill/>
          <a:ln w="0">
            <a:noFill/>
          </a:ln>
        </p:spPr>
        <p:txBody>
          <a:bodyPr anchor="b">
            <a:normAutofit/>
          </a:bodyPr>
          <a:lstStyle/>
          <a:p>
            <a:br>
              <a:rPr lang="da-DK" sz="4400" dirty="0"/>
            </a:br>
            <a:r>
              <a:rPr lang="en-GB" b="1" dirty="0"/>
              <a:t>The Importance </a:t>
            </a:r>
            <a:br>
              <a:rPr lang="en-GB" b="1" dirty="0"/>
            </a:br>
            <a:r>
              <a:rPr lang="en-GB" b="1" dirty="0"/>
              <a:t>of IC Development</a:t>
            </a:r>
            <a:br>
              <a:rPr lang="en-GB" b="1" dirty="0"/>
            </a:br>
            <a:br>
              <a:rPr sz="4400" dirty="0"/>
            </a:br>
            <a:r>
              <a:rPr lang="en-US" sz="3200" b="1" strike="noStrike" spc="-1" dirty="0">
                <a:solidFill>
                  <a:srgbClr val="000000"/>
                </a:solidFill>
                <a:latin typeface="Calibri Light"/>
              </a:rPr>
              <a:t>Brian Dam Pedersen</a:t>
            </a:r>
            <a:br>
              <a:rPr lang="en-US" sz="3200" b="1" strike="noStrike" spc="-1" dirty="0">
                <a:solidFill>
                  <a:srgbClr val="000000"/>
                </a:solidFill>
                <a:latin typeface="Calibri Light"/>
              </a:rPr>
            </a:br>
            <a:r>
              <a:rPr lang="en-US" sz="3200" b="1" strike="noStrike" spc="-1" dirty="0">
                <a:solidFill>
                  <a:srgbClr val="000000"/>
                </a:solidFill>
                <a:latin typeface="Calibri Light"/>
              </a:rPr>
              <a:t>Chief Technology Officer, GN</a:t>
            </a:r>
            <a:endParaRPr lang="en-US" sz="3200" b="0" strike="noStrike" spc="-1" dirty="0">
              <a:solidFill>
                <a:srgbClr val="000000"/>
              </a:solidFill>
              <a:latin typeface="Calibri"/>
            </a:endParaRPr>
          </a:p>
        </p:txBody>
      </p:sp>
      <p:sp>
        <p:nvSpPr>
          <p:cNvPr id="81" name="TextBox 2"/>
          <p:cNvSpPr/>
          <p:nvPr/>
        </p:nvSpPr>
        <p:spPr>
          <a:xfrm>
            <a:off x="9651960" y="5727960"/>
            <a:ext cx="1530000" cy="638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pPr>
            <a:r>
              <a:rPr lang="en-US" sz="1800" b="0" strike="noStrike" spc="-1">
                <a:solidFill>
                  <a:srgbClr val="000000"/>
                </a:solidFill>
                <a:latin typeface="Calibri"/>
              </a:rPr>
              <a:t>DTU Chip Day</a:t>
            </a:r>
            <a:br>
              <a:rPr sz="1800"/>
            </a:br>
            <a:r>
              <a:rPr lang="en-US" sz="1800" b="0" strike="noStrike" spc="-1">
                <a:solidFill>
                  <a:srgbClr val="000000"/>
                </a:solidFill>
                <a:latin typeface="Calibri"/>
              </a:rPr>
              <a:t>April 14</a:t>
            </a:r>
            <a:r>
              <a:rPr lang="en-US" sz="1800" b="0" strike="noStrike" spc="-1" baseline="30000">
                <a:solidFill>
                  <a:srgbClr val="000000"/>
                </a:solidFill>
                <a:latin typeface="Calibri"/>
              </a:rPr>
              <a:t>th</a:t>
            </a:r>
            <a:r>
              <a:rPr lang="en-US" sz="1800" b="0" strike="noStrike" spc="-1">
                <a:solidFill>
                  <a:srgbClr val="000000"/>
                </a:solidFill>
                <a:latin typeface="Calibri"/>
              </a:rPr>
              <a:t> 2026</a:t>
            </a:r>
            <a:endParaRPr lang="da-DK" sz="1800" b="0" strike="noStrike" spc="-1">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a:lnSpc>
                <a:spcPct val="90000"/>
              </a:lnSpc>
              <a:buNone/>
            </a:pPr>
            <a:r>
              <a:rPr lang="en-US" sz="4400" b="0" strike="noStrike" spc="-1" dirty="0">
                <a:solidFill>
                  <a:srgbClr val="000000"/>
                </a:solidFill>
                <a:latin typeface="Calibri Light"/>
              </a:rPr>
              <a:t>Chips have becom</a:t>
            </a:r>
            <a:r>
              <a:rPr lang="en-US" spc="-1" dirty="0">
                <a:solidFill>
                  <a:srgbClr val="000000"/>
                </a:solidFill>
                <a:latin typeface="Calibri Light"/>
              </a:rPr>
              <a:t>e a strategic </a:t>
            </a:r>
            <a:br>
              <a:rPr lang="en-US" spc="-1" dirty="0">
                <a:solidFill>
                  <a:srgbClr val="000000"/>
                </a:solidFill>
                <a:latin typeface="Calibri Light"/>
              </a:rPr>
            </a:br>
            <a:r>
              <a:rPr lang="en-US" spc="-1" dirty="0" err="1">
                <a:solidFill>
                  <a:srgbClr val="000000"/>
                </a:solidFill>
                <a:latin typeface="Calibri Light"/>
              </a:rPr>
              <a:t>ressource</a:t>
            </a:r>
            <a:endParaRPr lang="en-US" sz="4400" b="0" strike="noStrike" spc="-1" dirty="0">
              <a:solidFill>
                <a:srgbClr val="000000"/>
              </a:solidFill>
              <a:latin typeface="Calibri"/>
            </a:endParaRPr>
          </a:p>
        </p:txBody>
      </p:sp>
      <p:pic>
        <p:nvPicPr>
          <p:cNvPr id="84" name="Picture 3"/>
          <p:cNvPicPr/>
          <p:nvPr/>
        </p:nvPicPr>
        <p:blipFill>
          <a:blip r:embed="rId3"/>
          <a:srcRect l="87" r="87"/>
          <a:stretch/>
        </p:blipFill>
        <p:spPr>
          <a:xfrm>
            <a:off x="9724680" y="394200"/>
            <a:ext cx="1620000" cy="1281600"/>
          </a:xfrm>
          <a:prstGeom prst="rect">
            <a:avLst/>
          </a:prstGeom>
          <a:ln w="0">
            <a:noFill/>
          </a:ln>
        </p:spPr>
      </p:pic>
      <p:pic>
        <p:nvPicPr>
          <p:cNvPr id="1042" name="Picture 18" descr="The EU Chips Act receives the final approval">
            <a:extLst>
              <a:ext uri="{FF2B5EF4-FFF2-40B4-BE49-F238E27FC236}">
                <a16:creationId xmlns:a16="http://schemas.microsoft.com/office/drawing/2014/main" id="{27AE90DA-7802-64B5-A969-BE1E1B99C66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4271" y="2137718"/>
            <a:ext cx="4591223" cy="2582563"/>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descr="CHIPS Act: U.S. Releases New Implementation Strategy">
            <a:extLst>
              <a:ext uri="{FF2B5EF4-FFF2-40B4-BE49-F238E27FC236}">
                <a16:creationId xmlns:a16="http://schemas.microsoft.com/office/drawing/2014/main" id="{C915565C-1C17-150D-549D-ACBE2FF59B5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22438" y="1871427"/>
            <a:ext cx="4384675" cy="3429621"/>
          </a:xfrm>
          <a:prstGeom prst="rect">
            <a:avLst/>
          </a:prstGeom>
          <a:noFill/>
          <a:extLst>
            <a:ext uri="{909E8E84-426E-40DD-AFC4-6F175D3DCCD1}">
              <a14:hiddenFill xmlns:a14="http://schemas.microsoft.com/office/drawing/2010/main">
                <a:solidFill>
                  <a:srgbClr val="FFFFFF"/>
                </a:solidFill>
              </a14:hiddenFill>
            </a:ext>
          </a:extLst>
        </p:spPr>
      </p:pic>
      <p:pic>
        <p:nvPicPr>
          <p:cNvPr id="1046" name="Picture 22" descr="China sets up third fund with $47.5 bln to boost semiconductor sector |  Reuters">
            <a:extLst>
              <a:ext uri="{FF2B5EF4-FFF2-40B4-BE49-F238E27FC236}">
                <a16:creationId xmlns:a16="http://schemas.microsoft.com/office/drawing/2014/main" id="{8952B35B-6E98-3DB8-5A01-FAE2F28E6A0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10094" y="3703523"/>
            <a:ext cx="4392827" cy="292855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98478A-97CD-5E6F-5EF0-4FEA12FD0589}"/>
            </a:ext>
          </a:extLst>
        </p:cNvPr>
        <p:cNvGrpSpPr/>
        <p:nvPr/>
      </p:nvGrpSpPr>
      <p:grpSpPr>
        <a:xfrm>
          <a:off x="0" y="0"/>
          <a:ext cx="0" cy="0"/>
          <a:chOff x="0" y="0"/>
          <a:chExt cx="0" cy="0"/>
        </a:xfrm>
      </p:grpSpPr>
      <p:sp>
        <p:nvSpPr>
          <p:cNvPr id="82" name="PlaceHolder 1">
            <a:extLst>
              <a:ext uri="{FF2B5EF4-FFF2-40B4-BE49-F238E27FC236}">
                <a16:creationId xmlns:a16="http://schemas.microsoft.com/office/drawing/2014/main" id="{FEB7534B-7E2C-906F-D20B-E67AD418D157}"/>
              </a:ext>
            </a:extLst>
          </p:cNvPr>
          <p:cNvSpPr>
            <a:spLocks noGrp="1"/>
          </p:cNvSpPr>
          <p:nvPr>
            <p:ph type="title"/>
          </p:nvPr>
        </p:nvSpPr>
        <p:spPr>
          <a:xfrm>
            <a:off x="838080" y="365040"/>
            <a:ext cx="10515240" cy="1325160"/>
          </a:xfrm>
          <a:prstGeom prst="rect">
            <a:avLst/>
          </a:prstGeom>
          <a:noFill/>
          <a:ln w="0">
            <a:noFill/>
          </a:ln>
        </p:spPr>
        <p:txBody>
          <a:bodyPr anchor="ctr">
            <a:noAutofit/>
          </a:bodyPr>
          <a:lstStyle/>
          <a:p>
            <a:pPr>
              <a:lnSpc>
                <a:spcPct val="90000"/>
              </a:lnSpc>
              <a:buNone/>
            </a:pPr>
            <a:r>
              <a:rPr lang="en-US" sz="4400" b="0" strike="noStrike" spc="-1" dirty="0">
                <a:solidFill>
                  <a:srgbClr val="000000"/>
                </a:solidFill>
                <a:latin typeface="Calibri Light"/>
              </a:rPr>
              <a:t>European chip development is very</a:t>
            </a:r>
            <a:br>
              <a:rPr lang="en-US" sz="4400" b="0" strike="noStrike" spc="-1" dirty="0">
                <a:solidFill>
                  <a:srgbClr val="000000"/>
                </a:solidFill>
                <a:latin typeface="Calibri Light"/>
              </a:rPr>
            </a:br>
            <a:r>
              <a:rPr lang="en-US" sz="4400" b="0" strike="noStrike" spc="-1" dirty="0">
                <a:solidFill>
                  <a:srgbClr val="000000"/>
                </a:solidFill>
                <a:latin typeface="Calibri Light"/>
              </a:rPr>
              <a:t>much alive – and need you</a:t>
            </a:r>
            <a:endParaRPr lang="en-US" sz="4400" b="0" strike="noStrike" spc="-1" dirty="0">
              <a:solidFill>
                <a:srgbClr val="000000"/>
              </a:solidFill>
              <a:latin typeface="Calibri"/>
            </a:endParaRPr>
          </a:p>
        </p:txBody>
      </p:sp>
      <p:pic>
        <p:nvPicPr>
          <p:cNvPr id="84" name="Picture 3">
            <a:extLst>
              <a:ext uri="{FF2B5EF4-FFF2-40B4-BE49-F238E27FC236}">
                <a16:creationId xmlns:a16="http://schemas.microsoft.com/office/drawing/2014/main" id="{F913325B-BD0C-CCFA-F653-B343FE16F8E3}"/>
              </a:ext>
            </a:extLst>
          </p:cNvPr>
          <p:cNvPicPr/>
          <p:nvPr/>
        </p:nvPicPr>
        <p:blipFill>
          <a:blip r:embed="rId3"/>
          <a:srcRect l="87" r="87"/>
          <a:stretch/>
        </p:blipFill>
        <p:spPr>
          <a:xfrm>
            <a:off x="9724680" y="394200"/>
            <a:ext cx="1620000" cy="1281600"/>
          </a:xfrm>
          <a:prstGeom prst="rect">
            <a:avLst/>
          </a:prstGeom>
          <a:ln w="0">
            <a:noFill/>
          </a:ln>
        </p:spPr>
      </p:pic>
      <p:pic>
        <p:nvPicPr>
          <p:cNvPr id="8" name="Picture 7">
            <a:extLst>
              <a:ext uri="{FF2B5EF4-FFF2-40B4-BE49-F238E27FC236}">
                <a16:creationId xmlns:a16="http://schemas.microsoft.com/office/drawing/2014/main" id="{25E11A08-0954-43A0-9C2D-0CD79E90346B}"/>
              </a:ext>
            </a:extLst>
          </p:cNvPr>
          <p:cNvPicPr>
            <a:picLocks noChangeAspect="1"/>
          </p:cNvPicPr>
          <p:nvPr/>
        </p:nvPicPr>
        <p:blipFill>
          <a:blip r:embed="rId4"/>
          <a:stretch>
            <a:fillRect/>
          </a:stretch>
        </p:blipFill>
        <p:spPr>
          <a:xfrm>
            <a:off x="628134" y="1986763"/>
            <a:ext cx="7772400" cy="4239490"/>
          </a:xfrm>
          <a:prstGeom prst="rect">
            <a:avLst/>
          </a:prstGeom>
        </p:spPr>
      </p:pic>
      <p:pic>
        <p:nvPicPr>
          <p:cNvPr id="1030" name="Picture 6" descr="Automotive, IoT &amp; Industrial Solutions | NXP Semiconductors">
            <a:extLst>
              <a:ext uri="{FF2B5EF4-FFF2-40B4-BE49-F238E27FC236}">
                <a16:creationId xmlns:a16="http://schemas.microsoft.com/office/drawing/2014/main" id="{EEBC4351-16B0-A158-4982-F316349F95D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00534" y="1848123"/>
            <a:ext cx="2484675" cy="132516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NORDIC SEMICONDUCTOR distributør | Farnell Danmark">
            <a:extLst>
              <a:ext uri="{FF2B5EF4-FFF2-40B4-BE49-F238E27FC236}">
                <a16:creationId xmlns:a16="http://schemas.microsoft.com/office/drawing/2014/main" id="{729E269C-8ADF-5DC8-2A90-F9DFC435454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657625" y="2933442"/>
            <a:ext cx="3303716" cy="991115"/>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STMicroelectronics FR">
            <a:extLst>
              <a:ext uri="{FF2B5EF4-FFF2-40B4-BE49-F238E27FC236}">
                <a16:creationId xmlns:a16="http://schemas.microsoft.com/office/drawing/2014/main" id="{D80D6640-C428-4504-8CB0-A6CA883C50CB}"/>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20210" t="28970" r="17808" b="29369"/>
          <a:stretch>
            <a:fillRect/>
          </a:stretch>
        </p:blipFill>
        <p:spPr bwMode="auto">
          <a:xfrm>
            <a:off x="10309483" y="3924557"/>
            <a:ext cx="1809705" cy="1216377"/>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a:extLst>
              <a:ext uri="{FF2B5EF4-FFF2-40B4-BE49-F238E27FC236}">
                <a16:creationId xmlns:a16="http://schemas.microsoft.com/office/drawing/2014/main" id="{0A90C35E-FDBB-5812-2731-377078D17B1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493042" y="4258602"/>
            <a:ext cx="1816441" cy="5118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64228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EE20E-9254-10C9-A3E8-5B6884D5874C}"/>
            </a:ext>
          </a:extLst>
        </p:cNvPr>
        <p:cNvGrpSpPr/>
        <p:nvPr/>
      </p:nvGrpSpPr>
      <p:grpSpPr>
        <a:xfrm>
          <a:off x="0" y="0"/>
          <a:ext cx="0" cy="0"/>
          <a:chOff x="0" y="0"/>
          <a:chExt cx="0" cy="0"/>
        </a:xfrm>
      </p:grpSpPr>
      <p:sp>
        <p:nvSpPr>
          <p:cNvPr id="82" name="PlaceHolder 1">
            <a:extLst>
              <a:ext uri="{FF2B5EF4-FFF2-40B4-BE49-F238E27FC236}">
                <a16:creationId xmlns:a16="http://schemas.microsoft.com/office/drawing/2014/main" id="{4E8169FD-A5F3-BB65-1805-B8E1C692CF1E}"/>
              </a:ext>
            </a:extLst>
          </p:cNvPr>
          <p:cNvSpPr>
            <a:spLocks noGrp="1"/>
          </p:cNvSpPr>
          <p:nvPr>
            <p:ph type="title"/>
          </p:nvPr>
        </p:nvSpPr>
        <p:spPr>
          <a:xfrm>
            <a:off x="838080" y="365040"/>
            <a:ext cx="10515240" cy="1325160"/>
          </a:xfrm>
          <a:prstGeom prst="rect">
            <a:avLst/>
          </a:prstGeom>
          <a:noFill/>
          <a:ln w="0">
            <a:noFill/>
          </a:ln>
        </p:spPr>
        <p:txBody>
          <a:bodyPr anchor="ctr">
            <a:noAutofit/>
          </a:bodyPr>
          <a:lstStyle/>
          <a:p>
            <a:pPr>
              <a:lnSpc>
                <a:spcPct val="90000"/>
              </a:lnSpc>
              <a:buNone/>
            </a:pPr>
            <a:r>
              <a:rPr lang="en-US" spc="-1" dirty="0">
                <a:solidFill>
                  <a:srgbClr val="000000"/>
                </a:solidFill>
                <a:latin typeface="Calibri Light"/>
              </a:rPr>
              <a:t>Chip design is vital for a number of </a:t>
            </a:r>
            <a:br>
              <a:rPr lang="en-US" spc="-1" dirty="0">
                <a:solidFill>
                  <a:srgbClr val="000000"/>
                </a:solidFill>
                <a:latin typeface="Calibri Light"/>
              </a:rPr>
            </a:br>
            <a:r>
              <a:rPr lang="en-US" spc="-1" dirty="0">
                <a:solidFill>
                  <a:srgbClr val="000000"/>
                </a:solidFill>
                <a:latin typeface="Calibri Light"/>
              </a:rPr>
              <a:t>Danish sectors as well</a:t>
            </a:r>
            <a:endParaRPr lang="en-US" sz="4400" b="0" strike="noStrike" spc="-1" dirty="0">
              <a:solidFill>
                <a:srgbClr val="000000"/>
              </a:solidFill>
              <a:latin typeface="Calibri"/>
            </a:endParaRPr>
          </a:p>
        </p:txBody>
      </p:sp>
      <p:pic>
        <p:nvPicPr>
          <p:cNvPr id="84" name="Picture 3">
            <a:extLst>
              <a:ext uri="{FF2B5EF4-FFF2-40B4-BE49-F238E27FC236}">
                <a16:creationId xmlns:a16="http://schemas.microsoft.com/office/drawing/2014/main" id="{C5B62C92-B364-3AA3-8D50-E7675B40952B}"/>
              </a:ext>
            </a:extLst>
          </p:cNvPr>
          <p:cNvPicPr/>
          <p:nvPr/>
        </p:nvPicPr>
        <p:blipFill>
          <a:blip r:embed="rId3"/>
          <a:srcRect l="87" r="87"/>
          <a:stretch/>
        </p:blipFill>
        <p:spPr>
          <a:xfrm>
            <a:off x="9724680" y="394200"/>
            <a:ext cx="1620000" cy="1281600"/>
          </a:xfrm>
          <a:prstGeom prst="rect">
            <a:avLst/>
          </a:prstGeom>
          <a:ln w="0">
            <a:noFill/>
          </a:ln>
        </p:spPr>
      </p:pic>
      <p:sp>
        <p:nvSpPr>
          <p:cNvPr id="6" name="PlaceHolder 2">
            <a:extLst>
              <a:ext uri="{FF2B5EF4-FFF2-40B4-BE49-F238E27FC236}">
                <a16:creationId xmlns:a16="http://schemas.microsoft.com/office/drawing/2014/main" id="{B0C9E912-6ED6-38F1-F48C-5FDDDE3EE5D9}"/>
              </a:ext>
            </a:extLst>
          </p:cNvPr>
          <p:cNvSpPr txBox="1">
            <a:spLocks/>
          </p:cNvSpPr>
          <p:nvPr/>
        </p:nvSpPr>
        <p:spPr>
          <a:xfrm>
            <a:off x="838080" y="1825560"/>
            <a:ext cx="10515240" cy="4350960"/>
          </a:xfrm>
          <a:prstGeom prst="rect">
            <a:avLst/>
          </a:prstGeom>
          <a:noFill/>
          <a:ln w="0">
            <a:noFill/>
          </a:ln>
        </p:spPr>
        <p:txBody>
          <a:bodyPr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1001"/>
              </a:spcBef>
              <a:buClr>
                <a:srgbClr val="000000"/>
              </a:buClr>
              <a:buFont typeface="Arial"/>
              <a:buChar char="•"/>
            </a:pPr>
            <a:r>
              <a:rPr lang="en-GB" spc="-1" dirty="0">
                <a:solidFill>
                  <a:srgbClr val="000000"/>
                </a:solidFill>
                <a:latin typeface="Calibri"/>
              </a:rPr>
              <a:t>Radar systems</a:t>
            </a:r>
          </a:p>
          <a:p>
            <a:pPr>
              <a:spcBef>
                <a:spcPts val="1001"/>
              </a:spcBef>
              <a:buClr>
                <a:srgbClr val="000000"/>
              </a:buClr>
              <a:buFont typeface="Arial"/>
              <a:buChar char="•"/>
            </a:pPr>
            <a:r>
              <a:rPr lang="en-GB" spc="-1" dirty="0">
                <a:solidFill>
                  <a:srgbClr val="000000"/>
                </a:solidFill>
                <a:latin typeface="Calibri"/>
              </a:rPr>
              <a:t>High speed networking</a:t>
            </a:r>
          </a:p>
          <a:p>
            <a:pPr>
              <a:spcBef>
                <a:spcPts val="1001"/>
              </a:spcBef>
              <a:buClr>
                <a:srgbClr val="000000"/>
              </a:buClr>
              <a:buFont typeface="Arial"/>
              <a:buChar char="•"/>
            </a:pPr>
            <a:r>
              <a:rPr lang="en-GB" spc="-1" dirty="0">
                <a:solidFill>
                  <a:srgbClr val="000000"/>
                </a:solidFill>
                <a:latin typeface="Calibri"/>
              </a:rPr>
              <a:t>High-end audio</a:t>
            </a:r>
          </a:p>
          <a:p>
            <a:pPr>
              <a:spcBef>
                <a:spcPts val="1001"/>
              </a:spcBef>
              <a:buClr>
                <a:srgbClr val="000000"/>
              </a:buClr>
              <a:buFont typeface="Arial"/>
              <a:buChar char="•"/>
            </a:pPr>
            <a:r>
              <a:rPr lang="en-GB" spc="-1" dirty="0">
                <a:solidFill>
                  <a:srgbClr val="000000"/>
                </a:solidFill>
                <a:latin typeface="Calibri"/>
              </a:rPr>
              <a:t>Hearing aids and other medical devices</a:t>
            </a:r>
          </a:p>
        </p:txBody>
      </p:sp>
    </p:spTree>
    <p:extLst>
      <p:ext uri="{BB962C8B-B14F-4D97-AF65-F5344CB8AC3E}">
        <p14:creationId xmlns:p14="http://schemas.microsoft.com/office/powerpoint/2010/main" val="29960686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4E330-63BB-78A1-F2E5-5E4D17513623}"/>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1581608E-34CA-6E4A-3E34-4E2A9F05A817}"/>
              </a:ext>
            </a:extLst>
          </p:cNvPr>
          <p:cNvPicPr>
            <a:picLocks noChangeAspect="1"/>
          </p:cNvPicPr>
          <p:nvPr/>
        </p:nvPicPr>
        <p:blipFill>
          <a:blip r:embed="rId2"/>
          <a:stretch>
            <a:fillRect/>
          </a:stretch>
        </p:blipFill>
        <p:spPr>
          <a:xfrm>
            <a:off x="5887216" y="1347063"/>
            <a:ext cx="4422821" cy="4163874"/>
          </a:xfrm>
          <a:prstGeom prst="rect">
            <a:avLst/>
          </a:prstGeom>
        </p:spPr>
      </p:pic>
      <p:sp>
        <p:nvSpPr>
          <p:cNvPr id="82" name="PlaceHolder 1">
            <a:extLst>
              <a:ext uri="{FF2B5EF4-FFF2-40B4-BE49-F238E27FC236}">
                <a16:creationId xmlns:a16="http://schemas.microsoft.com/office/drawing/2014/main" id="{FBB72452-272E-6D3E-E241-5E7ED0CF47CF}"/>
              </a:ext>
            </a:extLst>
          </p:cNvPr>
          <p:cNvSpPr>
            <a:spLocks noGrp="1"/>
          </p:cNvSpPr>
          <p:nvPr>
            <p:ph type="title"/>
          </p:nvPr>
        </p:nvSpPr>
        <p:spPr>
          <a:xfrm>
            <a:off x="838080" y="365040"/>
            <a:ext cx="10515240" cy="1325160"/>
          </a:xfrm>
          <a:prstGeom prst="rect">
            <a:avLst/>
          </a:prstGeom>
          <a:noFill/>
          <a:ln w="0">
            <a:noFill/>
          </a:ln>
        </p:spPr>
        <p:txBody>
          <a:bodyPr anchor="ctr">
            <a:noAutofit/>
          </a:bodyPr>
          <a:lstStyle/>
          <a:p>
            <a:pPr>
              <a:lnSpc>
                <a:spcPct val="90000"/>
              </a:lnSpc>
              <a:buNone/>
            </a:pPr>
            <a:r>
              <a:rPr lang="en-US" sz="4400" b="0" strike="noStrike" spc="-1" dirty="0">
                <a:solidFill>
                  <a:srgbClr val="000000"/>
                </a:solidFill>
                <a:latin typeface="Calibri Light"/>
              </a:rPr>
              <a:t>No modern hearing aids without ASICs</a:t>
            </a:r>
            <a:endParaRPr lang="en-US" sz="4400" b="0" strike="noStrike" spc="-1" dirty="0">
              <a:solidFill>
                <a:srgbClr val="000000"/>
              </a:solidFill>
              <a:latin typeface="Calibri"/>
            </a:endParaRPr>
          </a:p>
        </p:txBody>
      </p:sp>
      <p:sp>
        <p:nvSpPr>
          <p:cNvPr id="83" name="PlaceHolder 2">
            <a:extLst>
              <a:ext uri="{FF2B5EF4-FFF2-40B4-BE49-F238E27FC236}">
                <a16:creationId xmlns:a16="http://schemas.microsoft.com/office/drawing/2014/main" id="{E0F4B619-DAA5-DDDB-1F4F-41E8D3050276}"/>
              </a:ext>
            </a:extLst>
          </p:cNvPr>
          <p:cNvSpPr>
            <a:spLocks noGrp="1"/>
          </p:cNvSpPr>
          <p:nvPr>
            <p:ph/>
          </p:nvPr>
        </p:nvSpPr>
        <p:spPr>
          <a:xfrm>
            <a:off x="838080" y="1825560"/>
            <a:ext cx="10515240" cy="4350960"/>
          </a:xfrm>
          <a:prstGeom prst="rect">
            <a:avLst/>
          </a:prstGeom>
          <a:noFill/>
          <a:ln w="0">
            <a:noFill/>
          </a:ln>
        </p:spPr>
        <p:txBody>
          <a:bodyPr anchor="t">
            <a:normAutofit fontScale="77500" lnSpcReduction="20000"/>
          </a:bodyPr>
          <a:lstStyle/>
          <a:p>
            <a:pPr marL="228600" indent="-228600">
              <a:lnSpc>
                <a:spcPct val="90000"/>
              </a:lnSpc>
              <a:spcBef>
                <a:spcPts val="1001"/>
              </a:spcBef>
              <a:buClr>
                <a:srgbClr val="000000"/>
              </a:buClr>
              <a:buFont typeface="Arial"/>
              <a:buChar char="•"/>
            </a:pPr>
            <a:r>
              <a:rPr lang="en-GB" sz="2800" b="0" strike="noStrike" spc="-1" dirty="0">
                <a:solidFill>
                  <a:srgbClr val="000000"/>
                </a:solidFill>
                <a:latin typeface="Calibri"/>
              </a:rPr>
              <a:t>Digital Signal Processing and control</a:t>
            </a:r>
          </a:p>
          <a:p>
            <a:pPr lvl="1">
              <a:spcBef>
                <a:spcPts val="1001"/>
              </a:spcBef>
              <a:buClr>
                <a:srgbClr val="000000"/>
              </a:buClr>
              <a:buFont typeface="Arial"/>
              <a:buChar char="•"/>
            </a:pPr>
            <a:r>
              <a:rPr lang="en-GB" spc="-1" dirty="0">
                <a:solidFill>
                  <a:srgbClr val="000000"/>
                </a:solidFill>
                <a:latin typeface="Calibri"/>
              </a:rPr>
              <a:t>Multichannel compression </a:t>
            </a:r>
          </a:p>
          <a:p>
            <a:pPr lvl="1">
              <a:spcBef>
                <a:spcPts val="1001"/>
              </a:spcBef>
              <a:buClr>
                <a:srgbClr val="000000"/>
              </a:buClr>
              <a:buFont typeface="Arial"/>
              <a:buChar char="•"/>
            </a:pPr>
            <a:r>
              <a:rPr lang="en-GB" b="0" strike="noStrike" spc="-1" dirty="0">
                <a:solidFill>
                  <a:srgbClr val="000000"/>
                </a:solidFill>
                <a:latin typeface="Calibri"/>
              </a:rPr>
              <a:t>Adapti</a:t>
            </a:r>
            <a:r>
              <a:rPr lang="en-GB" spc="-1" dirty="0">
                <a:solidFill>
                  <a:srgbClr val="000000"/>
                </a:solidFill>
                <a:latin typeface="Calibri"/>
              </a:rPr>
              <a:t>ve Feedback suppression</a:t>
            </a:r>
          </a:p>
          <a:p>
            <a:pPr lvl="1">
              <a:spcBef>
                <a:spcPts val="1001"/>
              </a:spcBef>
              <a:buClr>
                <a:srgbClr val="000000"/>
              </a:buClr>
              <a:buFont typeface="Arial"/>
              <a:buChar char="•"/>
            </a:pPr>
            <a:r>
              <a:rPr lang="en-GB" b="0" strike="noStrike" spc="-1" dirty="0">
                <a:solidFill>
                  <a:srgbClr val="000000"/>
                </a:solidFill>
                <a:latin typeface="Calibri"/>
              </a:rPr>
              <a:t>4-microphone Beamformer systems</a:t>
            </a:r>
          </a:p>
          <a:p>
            <a:pPr lvl="1">
              <a:spcBef>
                <a:spcPts val="1001"/>
              </a:spcBef>
              <a:buClr>
                <a:srgbClr val="000000"/>
              </a:buClr>
              <a:buFont typeface="Arial"/>
              <a:buChar char="•"/>
            </a:pPr>
            <a:r>
              <a:rPr lang="en-GB" b="0" strike="noStrike" spc="-1" dirty="0">
                <a:solidFill>
                  <a:srgbClr val="000000"/>
                </a:solidFill>
                <a:latin typeface="Calibri"/>
              </a:rPr>
              <a:t>DNN based noise reduction</a:t>
            </a:r>
          </a:p>
          <a:p>
            <a:pPr lvl="1">
              <a:spcBef>
                <a:spcPts val="1001"/>
              </a:spcBef>
              <a:buClr>
                <a:srgbClr val="000000"/>
              </a:buClr>
              <a:buFont typeface="Arial"/>
              <a:buChar char="•"/>
            </a:pPr>
            <a:r>
              <a:rPr lang="en-GB" b="0" strike="noStrike" spc="-1" dirty="0">
                <a:solidFill>
                  <a:srgbClr val="000000"/>
                </a:solidFill>
                <a:latin typeface="Calibri"/>
              </a:rPr>
              <a:t>Audio Codecs</a:t>
            </a:r>
          </a:p>
          <a:p>
            <a:pPr lvl="1">
              <a:spcBef>
                <a:spcPts val="1001"/>
              </a:spcBef>
              <a:buClr>
                <a:srgbClr val="000000"/>
              </a:buClr>
              <a:buFont typeface="Arial"/>
              <a:buChar char="•"/>
            </a:pPr>
            <a:r>
              <a:rPr lang="en-GB" b="0" strike="noStrike" spc="-1" dirty="0">
                <a:solidFill>
                  <a:srgbClr val="000000"/>
                </a:solidFill>
                <a:latin typeface="Calibri"/>
              </a:rPr>
              <a:t>Cryptographic accelerators</a:t>
            </a:r>
          </a:p>
          <a:p>
            <a:pPr>
              <a:spcBef>
                <a:spcPts val="1001"/>
              </a:spcBef>
              <a:buClr>
                <a:srgbClr val="000000"/>
              </a:buClr>
              <a:buFont typeface="Arial"/>
              <a:buChar char="•"/>
            </a:pPr>
            <a:r>
              <a:rPr lang="en-GB" b="0" strike="noStrike" spc="-1" dirty="0">
                <a:solidFill>
                  <a:srgbClr val="000000"/>
                </a:solidFill>
                <a:latin typeface="Calibri"/>
              </a:rPr>
              <a:t>Analog</a:t>
            </a:r>
          </a:p>
          <a:p>
            <a:pPr lvl="1">
              <a:spcBef>
                <a:spcPts val="1001"/>
              </a:spcBef>
              <a:buClr>
                <a:srgbClr val="000000"/>
              </a:buClr>
              <a:buFont typeface="Arial"/>
              <a:buChar char="•"/>
            </a:pPr>
            <a:r>
              <a:rPr lang="en-GB" b="0" strike="noStrike" spc="-1" dirty="0">
                <a:solidFill>
                  <a:srgbClr val="000000"/>
                </a:solidFill>
                <a:latin typeface="Calibri"/>
              </a:rPr>
              <a:t>High-efficiency Li-Ion conversion</a:t>
            </a:r>
          </a:p>
          <a:p>
            <a:pPr lvl="1">
              <a:spcBef>
                <a:spcPts val="1001"/>
              </a:spcBef>
              <a:buClr>
                <a:srgbClr val="000000"/>
              </a:buClr>
              <a:buFont typeface="Arial"/>
              <a:buChar char="•"/>
            </a:pPr>
            <a:r>
              <a:rPr lang="en-GB" b="0" strike="noStrike" spc="-1" dirty="0">
                <a:solidFill>
                  <a:srgbClr val="000000"/>
                </a:solidFill>
                <a:latin typeface="Calibri"/>
              </a:rPr>
              <a:t>High-SNR ADC and class-D amplifiers</a:t>
            </a:r>
          </a:p>
          <a:p>
            <a:pPr>
              <a:spcBef>
                <a:spcPts val="1001"/>
              </a:spcBef>
              <a:buClr>
                <a:srgbClr val="000000"/>
              </a:buClr>
              <a:buFont typeface="Arial"/>
              <a:buChar char="•"/>
            </a:pPr>
            <a:r>
              <a:rPr lang="en-GB" spc="-1" dirty="0">
                <a:solidFill>
                  <a:srgbClr val="000000"/>
                </a:solidFill>
                <a:latin typeface="Calibri"/>
              </a:rPr>
              <a:t>RF</a:t>
            </a:r>
          </a:p>
          <a:p>
            <a:pPr lvl="1">
              <a:spcBef>
                <a:spcPts val="1001"/>
              </a:spcBef>
              <a:buClr>
                <a:srgbClr val="000000"/>
              </a:buClr>
              <a:buFont typeface="Arial"/>
              <a:buChar char="•"/>
            </a:pPr>
            <a:r>
              <a:rPr lang="en-GB" spc="-1" dirty="0">
                <a:solidFill>
                  <a:srgbClr val="000000"/>
                </a:solidFill>
                <a:latin typeface="Calibri"/>
              </a:rPr>
              <a:t>Low latency audio via NFMI</a:t>
            </a:r>
          </a:p>
          <a:p>
            <a:pPr lvl="1">
              <a:spcBef>
                <a:spcPts val="1001"/>
              </a:spcBef>
              <a:buClr>
                <a:srgbClr val="000000"/>
              </a:buClr>
              <a:buFont typeface="Arial"/>
              <a:buChar char="•"/>
            </a:pPr>
            <a:r>
              <a:rPr lang="en-GB" b="0" strike="noStrike" spc="-1" dirty="0">
                <a:solidFill>
                  <a:srgbClr val="000000"/>
                </a:solidFill>
                <a:latin typeface="Calibri"/>
              </a:rPr>
              <a:t>Bluetooth connectivity to PCs and mobile phones</a:t>
            </a:r>
          </a:p>
          <a:p>
            <a:pPr marL="228600" indent="-228600">
              <a:lnSpc>
                <a:spcPct val="90000"/>
              </a:lnSpc>
              <a:spcBef>
                <a:spcPts val="1001"/>
              </a:spcBef>
              <a:buClr>
                <a:srgbClr val="000000"/>
              </a:buClr>
              <a:buFont typeface="Arial"/>
              <a:buChar char="•"/>
            </a:pPr>
            <a:endParaRPr lang="en-US" sz="2800" b="0" strike="noStrike" spc="-1" dirty="0">
              <a:solidFill>
                <a:srgbClr val="000000"/>
              </a:solidFill>
              <a:latin typeface="Calibri"/>
            </a:endParaRPr>
          </a:p>
          <a:p>
            <a:pPr>
              <a:lnSpc>
                <a:spcPct val="90000"/>
              </a:lnSpc>
              <a:spcBef>
                <a:spcPts val="1001"/>
              </a:spcBef>
              <a:buNone/>
            </a:pPr>
            <a:endParaRPr lang="en-US" sz="2800" b="0" strike="noStrike" spc="-1" dirty="0">
              <a:solidFill>
                <a:srgbClr val="000000"/>
              </a:solidFill>
              <a:latin typeface="Calibri"/>
            </a:endParaRPr>
          </a:p>
        </p:txBody>
      </p:sp>
      <p:pic>
        <p:nvPicPr>
          <p:cNvPr id="84" name="Picture 3">
            <a:extLst>
              <a:ext uri="{FF2B5EF4-FFF2-40B4-BE49-F238E27FC236}">
                <a16:creationId xmlns:a16="http://schemas.microsoft.com/office/drawing/2014/main" id="{0C3C2F83-6F9F-8827-CD98-3D58FB6DCB16}"/>
              </a:ext>
            </a:extLst>
          </p:cNvPr>
          <p:cNvPicPr/>
          <p:nvPr/>
        </p:nvPicPr>
        <p:blipFill>
          <a:blip r:embed="rId3"/>
          <a:srcRect l="87" r="87"/>
          <a:stretch/>
        </p:blipFill>
        <p:spPr>
          <a:xfrm>
            <a:off x="9724680" y="394200"/>
            <a:ext cx="1620000" cy="1281600"/>
          </a:xfrm>
          <a:prstGeom prst="rect">
            <a:avLst/>
          </a:prstGeom>
          <a:ln w="0">
            <a:noFill/>
          </a:ln>
        </p:spPr>
      </p:pic>
      <p:sp>
        <p:nvSpPr>
          <p:cNvPr id="3" name="TextBox 2">
            <a:extLst>
              <a:ext uri="{FF2B5EF4-FFF2-40B4-BE49-F238E27FC236}">
                <a16:creationId xmlns:a16="http://schemas.microsoft.com/office/drawing/2014/main" id="{E62894F6-2E39-A161-8683-0C4B8912E392}"/>
              </a:ext>
            </a:extLst>
          </p:cNvPr>
          <p:cNvSpPr txBox="1"/>
          <p:nvPr/>
        </p:nvSpPr>
        <p:spPr>
          <a:xfrm rot="1038425">
            <a:off x="8070110" y="2362152"/>
            <a:ext cx="1807535" cy="923330"/>
          </a:xfrm>
          <a:prstGeom prst="rect">
            <a:avLst/>
          </a:prstGeom>
          <a:noFill/>
        </p:spPr>
        <p:txBody>
          <a:bodyPr wrap="square" rtlCol="0">
            <a:spAutoFit/>
          </a:bodyPr>
          <a:lstStyle/>
          <a:p>
            <a:r>
              <a:rPr lang="en-DK"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2.5 mW average power consumption</a:t>
            </a:r>
          </a:p>
        </p:txBody>
      </p:sp>
    </p:spTree>
    <p:extLst>
      <p:ext uri="{BB962C8B-B14F-4D97-AF65-F5344CB8AC3E}">
        <p14:creationId xmlns:p14="http://schemas.microsoft.com/office/powerpoint/2010/main" val="8100117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5" name="Picture 4"/>
          <p:cNvPicPr/>
          <p:nvPr/>
        </p:nvPicPr>
        <p:blipFill>
          <a:blip r:embed="rId3"/>
          <a:srcRect l="2738" r="2738"/>
          <a:stretch/>
        </p:blipFill>
        <p:spPr>
          <a:xfrm>
            <a:off x="5261040" y="593640"/>
            <a:ext cx="6597360" cy="5219280"/>
          </a:xfrm>
          <a:prstGeom prst="rect">
            <a:avLst/>
          </a:prstGeom>
          <a:ln w="0">
            <a:noFill/>
          </a:ln>
        </p:spPr>
      </p:pic>
      <p:sp>
        <p:nvSpPr>
          <p:cNvPr id="86" name="PlaceHolder 1"/>
          <p:cNvSpPr>
            <a:spLocks noGrp="1"/>
          </p:cNvSpPr>
          <p:nvPr>
            <p:ph type="title"/>
          </p:nvPr>
        </p:nvSpPr>
        <p:spPr>
          <a:xfrm>
            <a:off x="333360" y="1131840"/>
            <a:ext cx="4022280" cy="3203280"/>
          </a:xfrm>
          <a:prstGeom prst="rect">
            <a:avLst/>
          </a:prstGeom>
          <a:noFill/>
          <a:ln w="0">
            <a:noFill/>
          </a:ln>
        </p:spPr>
        <p:txBody>
          <a:bodyPr anchor="b">
            <a:normAutofit/>
          </a:bodyPr>
          <a:lstStyle/>
          <a:p>
            <a:pPr>
              <a:lnSpc>
                <a:spcPct val="90000"/>
              </a:lnSpc>
              <a:buNone/>
            </a:pPr>
            <a:r>
              <a:rPr lang="en-US" sz="4400" b="1" strike="noStrike" spc="-1" dirty="0">
                <a:solidFill>
                  <a:srgbClr val="000000"/>
                </a:solidFill>
                <a:latin typeface="Calibri Light"/>
              </a:rPr>
              <a:t>Thank you </a:t>
            </a:r>
            <a:endParaRPr lang="en-US" sz="4400" b="0" strike="noStrike" spc="-1" dirty="0">
              <a:solidFill>
                <a:srgbClr val="000000"/>
              </a:solidFill>
              <a:latin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9bf8c7a8-e008-49a7-9e43-ab76976c4bf8}" enabled="0" method="" siteId="{9bf8c7a8-e008-49a7-9e43-ab76976c4bf8}" removed="1"/>
  <clbl:label id="{ad4ee908-87eb-451b-9140-0136682aa6d4}" enabled="1" method="Privileged" siteId="{5007a010-2aef-460a-a493-5d61927182be}" removed="0"/>
</clbl:labelList>
</file>

<file path=docProps/app.xml><?xml version="1.0" encoding="utf-8"?>
<Properties xmlns="http://schemas.openxmlformats.org/officeDocument/2006/extended-properties" xmlns:vt="http://schemas.openxmlformats.org/officeDocument/2006/docPropsVTypes">
  <Template>Office Theme</Template>
  <TotalTime>2335</TotalTime>
  <Words>394</Words>
  <Application>Microsoft Macintosh PowerPoint</Application>
  <PresentationFormat>Widescreen</PresentationFormat>
  <Paragraphs>33</Paragraphs>
  <Slides>6</Slides>
  <Notes>4</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6</vt:i4>
      </vt:variant>
    </vt:vector>
  </HeadingPairs>
  <TitlesOfParts>
    <vt:vector size="15" baseType="lpstr">
      <vt:lpstr>Aptos</vt:lpstr>
      <vt:lpstr>Arial</vt:lpstr>
      <vt:lpstr>Calibri</vt:lpstr>
      <vt:lpstr>Calibri Light</vt:lpstr>
      <vt:lpstr>Symbol</vt:lpstr>
      <vt:lpstr>Times New Roman</vt:lpstr>
      <vt:lpstr>Wingdings</vt:lpstr>
      <vt:lpstr>Office Theme</vt:lpstr>
      <vt:lpstr>Office Theme</vt:lpstr>
      <vt:lpstr> The Importance  of IC Development  Brian Dam Pedersen Chief Technology Officer, GN</vt:lpstr>
      <vt:lpstr>Chips have become a strategic  ressource</vt:lpstr>
      <vt:lpstr>European chip development is very much alive – and need you</vt:lpstr>
      <vt:lpstr>Chip design is vital for a number of  Danish sectors as well</vt:lpstr>
      <vt:lpstr>No modern hearing aids without ASICs</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subject/>
  <dc:creator>Martine Chegaray</dc:creator>
  <dc:description/>
  <cp:lastModifiedBy>Brian Dam Pedersen</cp:lastModifiedBy>
  <cp:revision>82</cp:revision>
  <dcterms:created xsi:type="dcterms:W3CDTF">2022-03-21T22:09:50Z</dcterms:created>
  <dcterms:modified xsi:type="dcterms:W3CDTF">2026-03-27T14:17:34Z</dcterms:modified>
  <dc:language>da-DK</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i4>3</vt:i4>
  </property>
</Properties>
</file>