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microsoft.com/office/2020/02/relationships/classificationlabels" Target="docMetadata/LabelInfo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188544-406F-4318-B285-4553023048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4243A9-B2ED-4E0A-A4E3-D62FCC3456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3DD3CD1-A6DA-4D0D-B303-33529DEC84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4FC2B89-98BB-47B0-8C24-6CCA454B00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2C0C31-BD09-451F-890E-A077D812F3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5AB27C-5F8B-43A8-A100-AB62D0462A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13140F-C543-40F4-B616-C2B8196190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8704F23-3C90-4585-A7A0-BCBD8DF378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A05944-C1DD-4891-92A2-A950CFB8A81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1C9454-E518-4F94-B045-BFAE8DA607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E83199-7C4D-4CE2-83A2-A165BB5D431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da-DK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da-D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FADCDE-B2EB-46E4-845A-022E59AD986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da-D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da-DK" sz="4400" spc="-1" strike="noStrike">
                <a:latin typeface="Arial"/>
              </a:rPr>
              <a:t>Click to edit the title </a:t>
            </a:r>
            <a:r>
              <a:rPr b="0" lang="da-DK" sz="4400" spc="-1" strike="noStrike">
                <a:latin typeface="Arial"/>
              </a:rPr>
              <a:t>text format</a:t>
            </a:r>
            <a:endParaRPr b="0" lang="da-DK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a-DK" sz="3200" spc="-1" strike="noStrike">
                <a:latin typeface="Arial"/>
              </a:rPr>
              <a:t>Click to edit the outline text format</a:t>
            </a:r>
            <a:endParaRPr b="0" lang="da-D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a-DK" sz="2800" spc="-1" strike="noStrike">
                <a:latin typeface="Arial"/>
              </a:rPr>
              <a:t>Second Outline Level</a:t>
            </a:r>
            <a:endParaRPr b="0" lang="da-D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a-DK" sz="2400" spc="-1" strike="noStrike">
                <a:latin typeface="Arial"/>
              </a:rPr>
              <a:t>Third Outline Level</a:t>
            </a:r>
            <a:endParaRPr b="0" lang="da-D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a-DK" sz="2000" spc="-1" strike="noStrike">
                <a:latin typeface="Arial"/>
              </a:rPr>
              <a:t>Fourth Outline Level</a:t>
            </a:r>
            <a:endParaRPr b="0" lang="da-D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a-DK" sz="2000" spc="-1" strike="noStrike">
                <a:latin typeface="Arial"/>
              </a:rPr>
              <a:t>Fifth Outline Level</a:t>
            </a:r>
            <a:endParaRPr b="0" lang="da-D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a-DK" sz="2000" spc="-1" strike="noStrike">
                <a:latin typeface="Arial"/>
              </a:rPr>
              <a:t>Sixth Outline Level</a:t>
            </a:r>
            <a:endParaRPr b="0" lang="da-D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a-DK" sz="2000" spc="-1" strike="noStrike">
                <a:latin typeface="Arial"/>
              </a:rPr>
              <a:t>Seventh Outline Level</a:t>
            </a:r>
            <a:endParaRPr b="0" lang="da-D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da-D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da-DK" sz="1400" spc="-1" strike="noStrike">
                <a:latin typeface="Times New Roman"/>
              </a:rPr>
              <a:t>&lt;footer&gt;</a:t>
            </a:r>
            <a:endParaRPr b="0" lang="da-DK" sz="1400" spc="-1" strike="noStrike">
              <a:latin typeface="Times New Roman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F6EAD63-4918-4CFB-9E7B-11D5F68335F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da-DK" sz="1200" spc="-1" strike="noStrike"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da-DK" sz="1400" spc="-1" strike="noStrike">
                <a:latin typeface="Times New Roman"/>
              </a:defRPr>
            </a:lvl1pPr>
          </a:lstStyle>
          <a:p>
            <a:r>
              <a:rPr b="0" lang="da-DK" sz="1400" spc="-1" strike="noStrike">
                <a:latin typeface="Times New Roman"/>
              </a:rPr>
              <a:t>&lt;date/time&gt;</a:t>
            </a:r>
            <a:endParaRPr b="0" lang="da-DK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da-DK" sz="4400" spc="-1" strike="noStrike">
                <a:latin typeface="Arial"/>
              </a:rPr>
              <a:t>Click to edit the title text format</a:t>
            </a:r>
            <a:endParaRPr b="0" lang="da-DK" sz="4400" spc="-1" strike="noStrike"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a-DK" sz="3200" spc="-1" strike="noStrike">
                <a:latin typeface="Arial"/>
              </a:rPr>
              <a:t>Click to edit the outline text format</a:t>
            </a:r>
            <a:endParaRPr b="0" lang="da-D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a-DK" sz="2800" spc="-1" strike="noStrike">
                <a:latin typeface="Arial"/>
              </a:rPr>
              <a:t>Second Outline Level</a:t>
            </a:r>
            <a:endParaRPr b="0" lang="da-D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a-DK" sz="2400" spc="-1" strike="noStrike">
                <a:latin typeface="Arial"/>
              </a:rPr>
              <a:t>Third Outline Level</a:t>
            </a:r>
            <a:endParaRPr b="0" lang="da-D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a-DK" sz="2000" spc="-1" strike="noStrike">
                <a:latin typeface="Arial"/>
              </a:rPr>
              <a:t>Fourth Outline Level</a:t>
            </a:r>
            <a:endParaRPr b="0" lang="da-D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a-DK" sz="2000" spc="-1" strike="noStrike">
                <a:latin typeface="Arial"/>
              </a:rPr>
              <a:t>Fifth Outline Level</a:t>
            </a:r>
            <a:endParaRPr b="0" lang="da-D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a-DK" sz="2000" spc="-1" strike="noStrike">
                <a:latin typeface="Arial"/>
              </a:rPr>
              <a:t>Sixth Outline Level</a:t>
            </a:r>
            <a:endParaRPr b="0" lang="da-D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a-DK" sz="2000" spc="-1" strike="noStrike">
                <a:latin typeface="Arial"/>
              </a:rPr>
              <a:t>Seventh Outline Level</a:t>
            </a:r>
            <a:endParaRPr b="0" lang="da-D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4" descr=""/>
          <p:cNvPicPr/>
          <p:nvPr/>
        </p:nvPicPr>
        <p:blipFill>
          <a:blip r:embed="rId1"/>
          <a:srcRect l="2738" t="0" r="2738" b="0"/>
          <a:stretch/>
        </p:blipFill>
        <p:spPr>
          <a:xfrm>
            <a:off x="5261040" y="593640"/>
            <a:ext cx="6597000" cy="5218920"/>
          </a:xfrm>
          <a:prstGeom prst="rect">
            <a:avLst/>
          </a:prstGeom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40800" y="1231920"/>
            <a:ext cx="5107320" cy="51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Chip Day 2026</a:t>
            </a:r>
            <a:br>
              <a:rPr sz="4400"/>
            </a:b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Test slide </a:t>
            </a:r>
            <a:br>
              <a:rPr sz="4400"/>
            </a:br>
            <a:br>
              <a:rPr sz="4400"/>
            </a:br>
            <a:r>
              <a:rPr b="1" lang="en-US" sz="3200" spc="-1" strike="noStrike">
                <a:solidFill>
                  <a:srgbClr val="000000"/>
                </a:solidFill>
                <a:latin typeface="Calibri Light"/>
              </a:rPr>
              <a:t>Jørgen Kragh Jakobsen</a:t>
            </a:r>
            <a:endParaRPr b="0" lang="da-DK" sz="3200" spc="-1" strike="noStrike"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9651960" y="5727960"/>
            <a:ext cx="1529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DTU Chip Day</a:t>
            </a:r>
            <a:br>
              <a:rPr sz="1800"/>
            </a:b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April 14</a:t>
            </a:r>
            <a:r>
              <a:rPr b="0" lang="en-US" sz="1800" spc="-1" strike="noStrike" baseline="30000">
                <a:solidFill>
                  <a:srgbClr val="000000"/>
                </a:solidFill>
                <a:latin typeface="Calibri"/>
                <a:ea typeface="DejaVu Sans"/>
              </a:rPr>
              <a:t>th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2026</a:t>
            </a:r>
            <a:endParaRPr b="0" lang="da-DK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Test agenda</a:t>
            </a:r>
            <a:endParaRPr b="0" lang="da-DK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Husk det ene og det andet</a:t>
            </a:r>
            <a:endParaRPr b="0" lang="da-DK" sz="2800" spc="-1" strike="noStrike">
              <a:latin typeface="Arial"/>
            </a:endParaRPr>
          </a:p>
        </p:txBody>
      </p:sp>
      <p:pic>
        <p:nvPicPr>
          <p:cNvPr id="84" name="Picture 3" descr=""/>
          <p:cNvPicPr/>
          <p:nvPr/>
        </p:nvPicPr>
        <p:blipFill>
          <a:blip r:embed="rId1"/>
          <a:srcRect l="87" t="0" r="87" b="0"/>
          <a:stretch/>
        </p:blipFill>
        <p:spPr>
          <a:xfrm>
            <a:off x="9724680" y="394200"/>
            <a:ext cx="1619640" cy="128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4" descr=""/>
          <p:cNvPicPr/>
          <p:nvPr/>
        </p:nvPicPr>
        <p:blipFill>
          <a:blip r:embed="rId1"/>
          <a:srcRect l="2738" t="0" r="2738" b="0"/>
          <a:stretch/>
        </p:blipFill>
        <p:spPr>
          <a:xfrm>
            <a:off x="5261040" y="593640"/>
            <a:ext cx="6597000" cy="5218920"/>
          </a:xfrm>
          <a:prstGeom prst="rect">
            <a:avLst/>
          </a:prstGeom>
          <a:ln w="0"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33360" y="1131840"/>
            <a:ext cx="4021920" cy="320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Q &amp; A</a:t>
            </a:r>
            <a:endParaRPr b="0" lang="da-DK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Metadata/LabelInfo.xml><?xml version="1.0" encoding="utf-8"?>
<clbl:labelList xmlns:clbl="http://schemas.microsoft.com/office/2020/mipLabelMetadata">
  <clbl:label id="{9bf8c7a8-e008-49a7-9e43-ab76976c4bf8}" enabled="0" method="" siteId="{9bf8c7a8-e008-49a7-9e43-ab76976c4bf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2261</TotalTime>
  <Application>LibreOffice/7.3.7.2$Linux_X86_64 LibreOffice_project/30$Build-2</Application>
  <AppVersion>15.0000</AppVersion>
  <Words>23</Words>
  <Paragraphs>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2022-03-21T22:09:50Z</dcterms:created>
  <dc:creator>Martine Chegaray</dc:creator>
  <dc:description/>
  <dc:language>da-DK</dc:language>
  <cp:lastModifiedBy/>
  <dcterms:modified xsi:type="dcterms:W3CDTF">2026-04-09T14:23:03Z</dcterms:modified>
  <cp:revision>81</cp:revision>
  <dc:subject/>
  <dc:title>Title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</vt:i4>
  </property>
</Properties>
</file>